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Orienta"/>
      <p:regular r:id="rId12"/>
    </p:embeddedFont>
    <p:embeddedFont>
      <p:font typeface="Carli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j5/SwXdW+Mfdjl/pH550M+gyWk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Carlito-regular.fntdata"/><Relationship Id="rId12" Type="http://schemas.openxmlformats.org/officeDocument/2006/relationships/font" Target="fonts/Orient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arlito-italic.fntdata"/><Relationship Id="rId14" Type="http://schemas.openxmlformats.org/officeDocument/2006/relationships/font" Target="fonts/Carlito-bold.fntdata"/><Relationship Id="rId17" Type="http://customschemas.google.com/relationships/presentationmetadata" Target="metadata"/><Relationship Id="rId16" Type="http://schemas.openxmlformats.org/officeDocument/2006/relationships/font" Target="fonts/Carl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E9D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17" y="-140"/>
            <a:ext cx="4661913" cy="2695575"/>
            <a:chOff x="994537" y="1618234"/>
            <a:chExt cx="4661915" cy="2695575"/>
          </a:xfrm>
        </p:grpSpPr>
        <p:sp>
          <p:nvSpPr>
            <p:cNvPr id="85" name="Google Shape;85;p1"/>
            <p:cNvSpPr/>
            <p:nvPr/>
          </p:nvSpPr>
          <p:spPr>
            <a:xfrm>
              <a:off x="994537" y="1618361"/>
              <a:ext cx="4661915" cy="2276602"/>
            </a:xfrm>
            <a:custGeom>
              <a:rect b="b" l="l" r="r" t="t"/>
              <a:pathLst>
                <a:path extrusionOk="0" h="2276602" w="4661915">
                  <a:moveTo>
                    <a:pt x="0" y="0"/>
                  </a:moveTo>
                  <a:lnTo>
                    <a:pt x="0" y="2204466"/>
                  </a:lnTo>
                  <a:cubicBezTo>
                    <a:pt x="128651" y="2252853"/>
                    <a:pt x="259715" y="2276602"/>
                    <a:pt x="394589" y="2276602"/>
                  </a:cubicBezTo>
                  <a:cubicBezTo>
                    <a:pt x="437007" y="2276602"/>
                    <a:pt x="479806" y="2274189"/>
                    <a:pt x="522986" y="2269617"/>
                  </a:cubicBezTo>
                  <a:cubicBezTo>
                    <a:pt x="746506" y="2245360"/>
                    <a:pt x="941197" y="2159508"/>
                    <a:pt x="1106043" y="2008251"/>
                  </a:cubicBezTo>
                  <a:cubicBezTo>
                    <a:pt x="1214628" y="1908302"/>
                    <a:pt x="1314069" y="1798828"/>
                    <a:pt x="1410208" y="1686814"/>
                  </a:cubicBezTo>
                  <a:cubicBezTo>
                    <a:pt x="1546225" y="1528445"/>
                    <a:pt x="1689862" y="1377569"/>
                    <a:pt x="1858010" y="1252474"/>
                  </a:cubicBezTo>
                  <a:cubicBezTo>
                    <a:pt x="2009267" y="1139825"/>
                    <a:pt x="2174367" y="1050163"/>
                    <a:pt x="2361438" y="1019048"/>
                  </a:cubicBezTo>
                  <a:cubicBezTo>
                    <a:pt x="2465324" y="1001776"/>
                    <a:pt x="2569337" y="992124"/>
                    <a:pt x="2673604" y="992124"/>
                  </a:cubicBezTo>
                  <a:cubicBezTo>
                    <a:pt x="2784475" y="992124"/>
                    <a:pt x="2895600" y="1003046"/>
                    <a:pt x="3007360" y="1027557"/>
                  </a:cubicBezTo>
                  <a:cubicBezTo>
                    <a:pt x="3145536" y="1057783"/>
                    <a:pt x="3285617" y="1079373"/>
                    <a:pt x="3427857" y="1079373"/>
                  </a:cubicBezTo>
                  <a:cubicBezTo>
                    <a:pt x="3476497" y="1079373"/>
                    <a:pt x="3525393" y="1076833"/>
                    <a:pt x="3574541" y="1071372"/>
                  </a:cubicBezTo>
                  <a:cubicBezTo>
                    <a:pt x="3898264" y="1034923"/>
                    <a:pt x="4158995" y="892429"/>
                    <a:pt x="4359401" y="636778"/>
                  </a:cubicBezTo>
                  <a:cubicBezTo>
                    <a:pt x="4507737" y="447167"/>
                    <a:pt x="4601971" y="231521"/>
                    <a:pt x="4661915" y="0"/>
                  </a:cubicBezTo>
                  <a:close/>
                </a:path>
              </a:pathLst>
            </a:custGeom>
            <a:solidFill>
              <a:srgbClr val="A24A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994537" y="1618234"/>
              <a:ext cx="3563238" cy="1833118"/>
            </a:xfrm>
            <a:custGeom>
              <a:rect b="b" l="l" r="r" t="t"/>
              <a:pathLst>
                <a:path extrusionOk="0" h="1833118" w="3563238">
                  <a:moveTo>
                    <a:pt x="364109" y="808482"/>
                  </a:moveTo>
                  <a:cubicBezTo>
                    <a:pt x="390398" y="808482"/>
                    <a:pt x="416560" y="810514"/>
                    <a:pt x="442468" y="814705"/>
                  </a:cubicBezTo>
                  <a:cubicBezTo>
                    <a:pt x="564896" y="834517"/>
                    <a:pt x="675132" y="903224"/>
                    <a:pt x="753237" y="998855"/>
                  </a:cubicBezTo>
                  <a:cubicBezTo>
                    <a:pt x="831469" y="1094613"/>
                    <a:pt x="886841" y="1222629"/>
                    <a:pt x="878078" y="1348105"/>
                  </a:cubicBezTo>
                  <a:cubicBezTo>
                    <a:pt x="873633" y="1411732"/>
                    <a:pt x="850138" y="1476375"/>
                    <a:pt x="798576" y="1516761"/>
                  </a:cubicBezTo>
                  <a:cubicBezTo>
                    <a:pt x="759333" y="1547495"/>
                    <a:pt x="710438" y="1560449"/>
                    <a:pt x="661162" y="1560449"/>
                  </a:cubicBezTo>
                  <a:cubicBezTo>
                    <a:pt x="656336" y="1560449"/>
                    <a:pt x="651383" y="1560322"/>
                    <a:pt x="646557" y="1560068"/>
                  </a:cubicBezTo>
                  <a:cubicBezTo>
                    <a:pt x="529971" y="1554099"/>
                    <a:pt x="424434" y="1488440"/>
                    <a:pt x="346075" y="1405509"/>
                  </a:cubicBezTo>
                  <a:cubicBezTo>
                    <a:pt x="207137" y="1258443"/>
                    <a:pt x="139573" y="1034161"/>
                    <a:pt x="195580" y="838073"/>
                  </a:cubicBezTo>
                  <a:cubicBezTo>
                    <a:pt x="249301" y="818388"/>
                    <a:pt x="306832" y="808355"/>
                    <a:pt x="364109" y="808355"/>
                  </a:cubicBezTo>
                  <a:close/>
                  <a:moveTo>
                    <a:pt x="1661668" y="127"/>
                  </a:moveTo>
                  <a:cubicBezTo>
                    <a:pt x="1689354" y="126111"/>
                    <a:pt x="1752219" y="248031"/>
                    <a:pt x="1823847" y="353822"/>
                  </a:cubicBezTo>
                  <a:cubicBezTo>
                    <a:pt x="1973326" y="574294"/>
                    <a:pt x="2168906" y="781939"/>
                    <a:pt x="2419604" y="884809"/>
                  </a:cubicBezTo>
                  <a:cubicBezTo>
                    <a:pt x="2477897" y="908685"/>
                    <a:pt x="2539111" y="926592"/>
                    <a:pt x="2601468" y="937641"/>
                  </a:cubicBezTo>
                  <a:lnTo>
                    <a:pt x="2601468" y="937641"/>
                  </a:lnTo>
                  <a:cubicBezTo>
                    <a:pt x="2541397" y="1155446"/>
                    <a:pt x="2441194" y="1362456"/>
                    <a:pt x="2304288" y="1542288"/>
                  </a:cubicBezTo>
                  <a:cubicBezTo>
                    <a:pt x="2226945" y="1643888"/>
                    <a:pt x="2135251" y="1753235"/>
                    <a:pt x="2008759" y="1792097"/>
                  </a:cubicBezTo>
                  <a:cubicBezTo>
                    <a:pt x="1976882" y="1801876"/>
                    <a:pt x="1944497" y="1806321"/>
                    <a:pt x="1912112" y="1806321"/>
                  </a:cubicBezTo>
                  <a:cubicBezTo>
                    <a:pt x="1825244" y="1806321"/>
                    <a:pt x="1739138" y="1774063"/>
                    <a:pt x="1666494" y="1726184"/>
                  </a:cubicBezTo>
                  <a:cubicBezTo>
                    <a:pt x="1435608" y="1574165"/>
                    <a:pt x="1369060" y="1291971"/>
                    <a:pt x="1287526" y="1045718"/>
                  </a:cubicBezTo>
                  <a:cubicBezTo>
                    <a:pt x="1213485" y="821944"/>
                    <a:pt x="1099312" y="569341"/>
                    <a:pt x="864997" y="475742"/>
                  </a:cubicBezTo>
                  <a:cubicBezTo>
                    <a:pt x="809752" y="453644"/>
                    <a:pt x="751586" y="443357"/>
                    <a:pt x="693420" y="443357"/>
                  </a:cubicBezTo>
                  <a:cubicBezTo>
                    <a:pt x="535686" y="443357"/>
                    <a:pt x="377571" y="518795"/>
                    <a:pt x="274320" y="637921"/>
                  </a:cubicBezTo>
                  <a:cubicBezTo>
                    <a:pt x="227965" y="691515"/>
                    <a:pt x="195199" y="752475"/>
                    <a:pt x="175133" y="817118"/>
                  </a:cubicBezTo>
                  <a:cubicBezTo>
                    <a:pt x="162814" y="821944"/>
                    <a:pt x="150749" y="827278"/>
                    <a:pt x="138811" y="833247"/>
                  </a:cubicBezTo>
                  <a:cubicBezTo>
                    <a:pt x="83058" y="860679"/>
                    <a:pt x="37592" y="896620"/>
                    <a:pt x="0" y="938530"/>
                  </a:cubicBezTo>
                  <a:lnTo>
                    <a:pt x="0" y="938530"/>
                  </a:lnTo>
                  <a:lnTo>
                    <a:pt x="0" y="979551"/>
                  </a:lnTo>
                  <a:lnTo>
                    <a:pt x="0" y="979551"/>
                  </a:lnTo>
                  <a:cubicBezTo>
                    <a:pt x="26035" y="946785"/>
                    <a:pt x="56007" y="917321"/>
                    <a:pt x="90932" y="892556"/>
                  </a:cubicBezTo>
                  <a:cubicBezTo>
                    <a:pt x="114554" y="875919"/>
                    <a:pt x="139700" y="861695"/>
                    <a:pt x="165989" y="849884"/>
                  </a:cubicBezTo>
                  <a:cubicBezTo>
                    <a:pt x="132715" y="987044"/>
                    <a:pt x="153416" y="1137158"/>
                    <a:pt x="217424" y="1266063"/>
                  </a:cubicBezTo>
                  <a:cubicBezTo>
                    <a:pt x="267716" y="1367282"/>
                    <a:pt x="343789" y="1456690"/>
                    <a:pt x="439420" y="1517650"/>
                  </a:cubicBezTo>
                  <a:cubicBezTo>
                    <a:pt x="503301" y="1558417"/>
                    <a:pt x="582549" y="1587246"/>
                    <a:pt x="660400" y="1587246"/>
                  </a:cubicBezTo>
                  <a:cubicBezTo>
                    <a:pt x="689102" y="1587246"/>
                    <a:pt x="717550" y="1583309"/>
                    <a:pt x="744855" y="1574673"/>
                  </a:cubicBezTo>
                  <a:cubicBezTo>
                    <a:pt x="861822" y="1537589"/>
                    <a:pt x="910463" y="1418590"/>
                    <a:pt x="905002" y="1303782"/>
                  </a:cubicBezTo>
                  <a:cubicBezTo>
                    <a:pt x="899414" y="1185672"/>
                    <a:pt x="846582" y="1068832"/>
                    <a:pt x="771398" y="978916"/>
                  </a:cubicBezTo>
                  <a:cubicBezTo>
                    <a:pt x="696341" y="889000"/>
                    <a:pt x="595122" y="821309"/>
                    <a:pt x="480314" y="794639"/>
                  </a:cubicBezTo>
                  <a:cubicBezTo>
                    <a:pt x="442341" y="785876"/>
                    <a:pt x="403225" y="781431"/>
                    <a:pt x="364109" y="781431"/>
                  </a:cubicBezTo>
                  <a:cubicBezTo>
                    <a:pt x="310388" y="781431"/>
                    <a:pt x="256667" y="789686"/>
                    <a:pt x="205613" y="806069"/>
                  </a:cubicBezTo>
                  <a:cubicBezTo>
                    <a:pt x="212598" y="786638"/>
                    <a:pt x="220980" y="767461"/>
                    <a:pt x="230632" y="748919"/>
                  </a:cubicBezTo>
                  <a:cubicBezTo>
                    <a:pt x="316992" y="582295"/>
                    <a:pt x="504571" y="469900"/>
                    <a:pt x="692277" y="469900"/>
                  </a:cubicBezTo>
                  <a:cubicBezTo>
                    <a:pt x="731012" y="469900"/>
                    <a:pt x="769874" y="474726"/>
                    <a:pt x="807720" y="484759"/>
                  </a:cubicBezTo>
                  <a:cubicBezTo>
                    <a:pt x="1061847" y="552450"/>
                    <a:pt x="1185037" y="823595"/>
                    <a:pt x="1260602" y="1051052"/>
                  </a:cubicBezTo>
                  <a:cubicBezTo>
                    <a:pt x="1341882" y="1295654"/>
                    <a:pt x="1407541" y="1572133"/>
                    <a:pt x="1628013" y="1732153"/>
                  </a:cubicBezTo>
                  <a:cubicBezTo>
                    <a:pt x="1709674" y="1791462"/>
                    <a:pt x="1808861" y="1833118"/>
                    <a:pt x="1910588" y="1833118"/>
                  </a:cubicBezTo>
                  <a:cubicBezTo>
                    <a:pt x="1926336" y="1833118"/>
                    <a:pt x="1942211" y="1832102"/>
                    <a:pt x="1957959" y="1830070"/>
                  </a:cubicBezTo>
                  <a:cubicBezTo>
                    <a:pt x="2085975" y="1813179"/>
                    <a:pt x="2185288" y="1726311"/>
                    <a:pt x="2266188" y="1631569"/>
                  </a:cubicBezTo>
                  <a:cubicBezTo>
                    <a:pt x="2436241" y="1432433"/>
                    <a:pt x="2558415" y="1193673"/>
                    <a:pt x="2627757" y="941578"/>
                  </a:cubicBezTo>
                  <a:lnTo>
                    <a:pt x="2627757" y="941578"/>
                  </a:lnTo>
                  <a:cubicBezTo>
                    <a:pt x="2666872" y="947293"/>
                    <a:pt x="2706370" y="950214"/>
                    <a:pt x="2745613" y="950214"/>
                  </a:cubicBezTo>
                  <a:cubicBezTo>
                    <a:pt x="2884043" y="950214"/>
                    <a:pt x="3021076" y="913892"/>
                    <a:pt x="3137153" y="832104"/>
                  </a:cubicBezTo>
                  <a:cubicBezTo>
                    <a:pt x="3343909" y="686435"/>
                    <a:pt x="3455288" y="438150"/>
                    <a:pt x="3520058" y="201168"/>
                  </a:cubicBezTo>
                  <a:cubicBezTo>
                    <a:pt x="3538093" y="135001"/>
                    <a:pt x="3552443" y="67818"/>
                    <a:pt x="3563238" y="0"/>
                  </a:cubicBezTo>
                  <a:lnTo>
                    <a:pt x="3536441" y="0"/>
                  </a:lnTo>
                  <a:cubicBezTo>
                    <a:pt x="3505326" y="200152"/>
                    <a:pt x="3442843" y="399161"/>
                    <a:pt x="3338195" y="570865"/>
                  </a:cubicBezTo>
                  <a:cubicBezTo>
                    <a:pt x="3272028" y="679450"/>
                    <a:pt x="3184652" y="776986"/>
                    <a:pt x="3073654" y="840994"/>
                  </a:cubicBezTo>
                  <a:cubicBezTo>
                    <a:pt x="2974213" y="898271"/>
                    <a:pt x="2859786" y="924052"/>
                    <a:pt x="2745613" y="924052"/>
                  </a:cubicBezTo>
                  <a:cubicBezTo>
                    <a:pt x="2733421" y="924052"/>
                    <a:pt x="2721229" y="923798"/>
                    <a:pt x="2708910" y="923163"/>
                  </a:cubicBezTo>
                  <a:cubicBezTo>
                    <a:pt x="2683891" y="922020"/>
                    <a:pt x="2659126" y="919607"/>
                    <a:pt x="2634615" y="916051"/>
                  </a:cubicBezTo>
                  <a:lnTo>
                    <a:pt x="2634615" y="916051"/>
                  </a:lnTo>
                  <a:cubicBezTo>
                    <a:pt x="2701544" y="658114"/>
                    <a:pt x="2713228" y="384937"/>
                    <a:pt x="2663317" y="122936"/>
                  </a:cubicBezTo>
                  <a:cubicBezTo>
                    <a:pt x="2655570" y="82423"/>
                    <a:pt x="2646299" y="41148"/>
                    <a:pt x="2635123" y="0"/>
                  </a:cubicBezTo>
                  <a:lnTo>
                    <a:pt x="2607437" y="0"/>
                  </a:lnTo>
                  <a:cubicBezTo>
                    <a:pt x="2608453" y="3429"/>
                    <a:pt x="2609342" y="6858"/>
                    <a:pt x="2610231" y="10287"/>
                  </a:cubicBezTo>
                  <a:cubicBezTo>
                    <a:pt x="2680208" y="269875"/>
                    <a:pt x="2684145" y="546608"/>
                    <a:pt x="2631440" y="809752"/>
                  </a:cubicBezTo>
                  <a:cubicBezTo>
                    <a:pt x="2624582" y="844042"/>
                    <a:pt x="2616708" y="878078"/>
                    <a:pt x="2607945" y="911860"/>
                  </a:cubicBezTo>
                  <a:lnTo>
                    <a:pt x="2607945" y="911860"/>
                  </a:lnTo>
                  <a:cubicBezTo>
                    <a:pt x="2378837" y="870966"/>
                    <a:pt x="2178685" y="732536"/>
                    <a:pt x="2021586" y="562102"/>
                  </a:cubicBezTo>
                  <a:cubicBezTo>
                    <a:pt x="1929638" y="462406"/>
                    <a:pt x="1846199" y="351028"/>
                    <a:pt x="1779778" y="232537"/>
                  </a:cubicBezTo>
                  <a:cubicBezTo>
                    <a:pt x="1739011" y="160019"/>
                    <a:pt x="1705229" y="81534"/>
                    <a:pt x="1687068" y="0"/>
                  </a:cubicBezTo>
                  <a:close/>
                </a:path>
              </a:pathLst>
            </a:custGeom>
            <a:solidFill>
              <a:srgbClr val="F2B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1324991" y="3210433"/>
              <a:ext cx="1103376" cy="1103376"/>
            </a:xfrm>
            <a:custGeom>
              <a:rect b="b" l="l" r="r" t="t"/>
              <a:pathLst>
                <a:path extrusionOk="0" h="1103376" w="1103376">
                  <a:moveTo>
                    <a:pt x="551688" y="0"/>
                  </a:moveTo>
                  <a:cubicBezTo>
                    <a:pt x="535686" y="522478"/>
                    <a:pt x="522478" y="535686"/>
                    <a:pt x="0" y="551688"/>
                  </a:cubicBezTo>
                  <a:cubicBezTo>
                    <a:pt x="522478" y="567690"/>
                    <a:pt x="535686" y="580898"/>
                    <a:pt x="551688" y="1103376"/>
                  </a:cubicBezTo>
                  <a:cubicBezTo>
                    <a:pt x="567690" y="580390"/>
                    <a:pt x="580898" y="567690"/>
                    <a:pt x="1103376" y="551688"/>
                  </a:cubicBezTo>
                  <a:cubicBezTo>
                    <a:pt x="580898" y="535686"/>
                    <a:pt x="567690" y="522478"/>
                    <a:pt x="551688" y="0"/>
                  </a:cubicBezTo>
                  <a:close/>
                </a:path>
              </a:pathLst>
            </a:custGeom>
            <a:solidFill>
              <a:srgbClr val="C77C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" name="Google Shape;88;p1"/>
          <p:cNvGrpSpPr/>
          <p:nvPr/>
        </p:nvGrpSpPr>
        <p:grpSpPr>
          <a:xfrm>
            <a:off x="15482862" y="7359802"/>
            <a:ext cx="2805182" cy="2927350"/>
            <a:chOff x="66040" y="63500"/>
            <a:chExt cx="2805176" cy="2927350"/>
          </a:xfrm>
        </p:grpSpPr>
        <p:sp>
          <p:nvSpPr>
            <p:cNvPr id="89" name="Google Shape;89;p1"/>
            <p:cNvSpPr/>
            <p:nvPr/>
          </p:nvSpPr>
          <p:spPr>
            <a:xfrm>
              <a:off x="66040" y="63500"/>
              <a:ext cx="2805176" cy="2927223"/>
            </a:xfrm>
            <a:custGeom>
              <a:rect b="b" l="l" r="r" t="t"/>
              <a:pathLst>
                <a:path extrusionOk="0" h="2927223" w="2805176">
                  <a:moveTo>
                    <a:pt x="2305558" y="0"/>
                  </a:moveTo>
                  <a:cubicBezTo>
                    <a:pt x="2279015" y="0"/>
                    <a:pt x="2251837" y="762"/>
                    <a:pt x="2224151" y="2413"/>
                  </a:cubicBezTo>
                  <a:cubicBezTo>
                    <a:pt x="1677543" y="34163"/>
                    <a:pt x="1384554" y="345186"/>
                    <a:pt x="1345311" y="935228"/>
                  </a:cubicBezTo>
                  <a:cubicBezTo>
                    <a:pt x="1306068" y="1525270"/>
                    <a:pt x="1029970" y="1967611"/>
                    <a:pt x="516890" y="2261870"/>
                  </a:cubicBezTo>
                  <a:cubicBezTo>
                    <a:pt x="195072" y="2446401"/>
                    <a:pt x="22860" y="2668270"/>
                    <a:pt x="0" y="2927223"/>
                  </a:cubicBezTo>
                  <a:lnTo>
                    <a:pt x="2805176" y="2927223"/>
                  </a:lnTo>
                  <a:lnTo>
                    <a:pt x="2805176" y="133350"/>
                  </a:lnTo>
                  <a:lnTo>
                    <a:pt x="2805176" y="133350"/>
                  </a:lnTo>
                  <a:cubicBezTo>
                    <a:pt x="2669413" y="44450"/>
                    <a:pt x="2502916" y="0"/>
                    <a:pt x="2305558" y="0"/>
                  </a:cubicBezTo>
                  <a:close/>
                </a:path>
              </a:pathLst>
            </a:custGeom>
            <a:solidFill>
              <a:srgbClr val="A24A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804926" y="1195959"/>
              <a:ext cx="2066290" cy="1794891"/>
            </a:xfrm>
            <a:custGeom>
              <a:rect b="b" l="l" r="r" t="t"/>
              <a:pathLst>
                <a:path extrusionOk="0" h="1794891" w="2066290">
                  <a:moveTo>
                    <a:pt x="2066290" y="0"/>
                  </a:moveTo>
                  <a:cubicBezTo>
                    <a:pt x="1981835" y="1016"/>
                    <a:pt x="1899031" y="17526"/>
                    <a:pt x="1822196" y="58420"/>
                  </a:cubicBezTo>
                  <a:cubicBezTo>
                    <a:pt x="1696212" y="125603"/>
                    <a:pt x="1634109" y="252095"/>
                    <a:pt x="1580896" y="378206"/>
                  </a:cubicBezTo>
                  <a:cubicBezTo>
                    <a:pt x="1553083" y="444246"/>
                    <a:pt x="1525016" y="510159"/>
                    <a:pt x="1486154" y="570611"/>
                  </a:cubicBezTo>
                  <a:cubicBezTo>
                    <a:pt x="1449324" y="627888"/>
                    <a:pt x="1403985" y="680085"/>
                    <a:pt x="1353693" y="725805"/>
                  </a:cubicBezTo>
                  <a:cubicBezTo>
                    <a:pt x="1254252" y="816102"/>
                    <a:pt x="1131443" y="880872"/>
                    <a:pt x="1000760" y="911098"/>
                  </a:cubicBezTo>
                  <a:cubicBezTo>
                    <a:pt x="860933" y="943356"/>
                    <a:pt x="714121" y="929894"/>
                    <a:pt x="577469" y="978789"/>
                  </a:cubicBezTo>
                  <a:cubicBezTo>
                    <a:pt x="440436" y="1027938"/>
                    <a:pt x="323723" y="1121537"/>
                    <a:pt x="218694" y="1219962"/>
                  </a:cubicBezTo>
                  <a:cubicBezTo>
                    <a:pt x="117094" y="1315212"/>
                    <a:pt x="24765" y="1431163"/>
                    <a:pt x="8509" y="1573911"/>
                  </a:cubicBezTo>
                  <a:cubicBezTo>
                    <a:pt x="0" y="1648587"/>
                    <a:pt x="10160" y="1724279"/>
                    <a:pt x="35433" y="1794637"/>
                  </a:cubicBezTo>
                  <a:lnTo>
                    <a:pt x="83566" y="1794637"/>
                  </a:lnTo>
                  <a:cubicBezTo>
                    <a:pt x="64008" y="1745488"/>
                    <a:pt x="53086" y="1693418"/>
                    <a:pt x="51308" y="1640332"/>
                  </a:cubicBezTo>
                  <a:cubicBezTo>
                    <a:pt x="46863" y="1506982"/>
                    <a:pt x="113411" y="1393571"/>
                    <a:pt x="203200" y="1299337"/>
                  </a:cubicBezTo>
                  <a:cubicBezTo>
                    <a:pt x="299720" y="1197991"/>
                    <a:pt x="414655" y="1100201"/>
                    <a:pt x="542798" y="1041908"/>
                  </a:cubicBezTo>
                  <a:cubicBezTo>
                    <a:pt x="606933" y="1012698"/>
                    <a:pt x="674370" y="996696"/>
                    <a:pt x="743966" y="988314"/>
                  </a:cubicBezTo>
                  <a:cubicBezTo>
                    <a:pt x="812673" y="980059"/>
                    <a:pt x="881888" y="977265"/>
                    <a:pt x="950214" y="966724"/>
                  </a:cubicBezTo>
                  <a:cubicBezTo>
                    <a:pt x="1078738" y="947039"/>
                    <a:pt x="1201420" y="897001"/>
                    <a:pt x="1307211" y="821309"/>
                  </a:cubicBezTo>
                  <a:cubicBezTo>
                    <a:pt x="1411732" y="746633"/>
                    <a:pt x="1499616" y="648589"/>
                    <a:pt x="1559687" y="534924"/>
                  </a:cubicBezTo>
                  <a:cubicBezTo>
                    <a:pt x="1625346" y="410845"/>
                    <a:pt x="1658112" y="263271"/>
                    <a:pt x="1759712" y="161036"/>
                  </a:cubicBezTo>
                  <a:cubicBezTo>
                    <a:pt x="1843151" y="77089"/>
                    <a:pt x="1952498" y="47498"/>
                    <a:pt x="2066290" y="46228"/>
                  </a:cubicBezTo>
                  <a:lnTo>
                    <a:pt x="2066290" y="46228"/>
                  </a:lnTo>
                  <a:lnTo>
                    <a:pt x="2066290" y="0"/>
                  </a:lnTo>
                  <a:close/>
                  <a:moveTo>
                    <a:pt x="845693" y="1557020"/>
                  </a:moveTo>
                  <a:cubicBezTo>
                    <a:pt x="791972" y="1557020"/>
                    <a:pt x="736854" y="1570990"/>
                    <a:pt x="690245" y="1593723"/>
                  </a:cubicBezTo>
                  <a:cubicBezTo>
                    <a:pt x="625475" y="1625219"/>
                    <a:pt x="569341" y="1671828"/>
                    <a:pt x="514858" y="1718183"/>
                  </a:cubicBezTo>
                  <a:cubicBezTo>
                    <a:pt x="487680" y="1741424"/>
                    <a:pt x="460756" y="1766443"/>
                    <a:pt x="439166" y="1794764"/>
                  </a:cubicBezTo>
                  <a:lnTo>
                    <a:pt x="498856" y="1794764"/>
                  </a:lnTo>
                  <a:cubicBezTo>
                    <a:pt x="499618" y="1793875"/>
                    <a:pt x="500507" y="1793113"/>
                    <a:pt x="501269" y="1792224"/>
                  </a:cubicBezTo>
                  <a:cubicBezTo>
                    <a:pt x="549910" y="1742313"/>
                    <a:pt x="607695" y="1696466"/>
                    <a:pt x="666623" y="1659255"/>
                  </a:cubicBezTo>
                  <a:cubicBezTo>
                    <a:pt x="719328" y="1625854"/>
                    <a:pt x="778256" y="1601343"/>
                    <a:pt x="841248" y="1601343"/>
                  </a:cubicBezTo>
                  <a:cubicBezTo>
                    <a:pt x="844042" y="1601343"/>
                    <a:pt x="846836" y="1601343"/>
                    <a:pt x="849630" y="1601470"/>
                  </a:cubicBezTo>
                  <a:cubicBezTo>
                    <a:pt x="908050" y="1603502"/>
                    <a:pt x="968121" y="1628013"/>
                    <a:pt x="999617" y="1679321"/>
                  </a:cubicBezTo>
                  <a:cubicBezTo>
                    <a:pt x="1021207" y="1714373"/>
                    <a:pt x="1024636" y="1755394"/>
                    <a:pt x="1016508" y="1794891"/>
                  </a:cubicBezTo>
                  <a:lnTo>
                    <a:pt x="1062355" y="1794891"/>
                  </a:lnTo>
                  <a:cubicBezTo>
                    <a:pt x="1070991" y="1745869"/>
                    <a:pt x="1065022" y="1695577"/>
                    <a:pt x="1035558" y="1650619"/>
                  </a:cubicBezTo>
                  <a:cubicBezTo>
                    <a:pt x="991743" y="1583690"/>
                    <a:pt x="920115" y="1557147"/>
                    <a:pt x="845820" y="1557147"/>
                  </a:cubicBezTo>
                  <a:close/>
                </a:path>
              </a:pathLst>
            </a:custGeom>
            <a:solidFill>
              <a:srgbClr val="F2B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1117473" y="567944"/>
              <a:ext cx="990600" cy="990600"/>
            </a:xfrm>
            <a:custGeom>
              <a:rect b="b" l="l" r="r" t="t"/>
              <a:pathLst>
                <a:path extrusionOk="0" h="990600" w="990600">
                  <a:moveTo>
                    <a:pt x="495300" y="0"/>
                  </a:moveTo>
                  <a:cubicBezTo>
                    <a:pt x="480949" y="469011"/>
                    <a:pt x="469011" y="480949"/>
                    <a:pt x="0" y="495300"/>
                  </a:cubicBezTo>
                  <a:cubicBezTo>
                    <a:pt x="469011" y="509651"/>
                    <a:pt x="480949" y="521589"/>
                    <a:pt x="495300" y="990600"/>
                  </a:cubicBezTo>
                  <a:cubicBezTo>
                    <a:pt x="509651" y="521081"/>
                    <a:pt x="521589" y="509651"/>
                    <a:pt x="990600" y="495300"/>
                  </a:cubicBezTo>
                  <a:cubicBezTo>
                    <a:pt x="521589" y="480949"/>
                    <a:pt x="509651" y="469011"/>
                    <a:pt x="495300" y="0"/>
                  </a:cubicBezTo>
                  <a:close/>
                </a:path>
              </a:pathLst>
            </a:custGeom>
            <a:solidFill>
              <a:srgbClr val="C77C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" name="Google Shape;92;p1"/>
          <p:cNvGrpSpPr/>
          <p:nvPr/>
        </p:nvGrpSpPr>
        <p:grpSpPr>
          <a:xfrm>
            <a:off x="-3" y="-3"/>
            <a:ext cx="4693282" cy="2695578"/>
            <a:chOff x="63500" y="63500"/>
            <a:chExt cx="4693285" cy="2695575"/>
          </a:xfrm>
        </p:grpSpPr>
        <p:sp>
          <p:nvSpPr>
            <p:cNvPr id="93" name="Google Shape;93;p1"/>
            <p:cNvSpPr/>
            <p:nvPr/>
          </p:nvSpPr>
          <p:spPr>
            <a:xfrm>
              <a:off x="63500" y="63500"/>
              <a:ext cx="3858895" cy="2695575"/>
            </a:xfrm>
            <a:custGeom>
              <a:rect b="b" l="l" r="r" t="t"/>
              <a:pathLst>
                <a:path extrusionOk="0" h="2695575" w="3858895">
                  <a:moveTo>
                    <a:pt x="0" y="0"/>
                  </a:moveTo>
                  <a:lnTo>
                    <a:pt x="0" y="2695575"/>
                  </a:lnTo>
                  <a:lnTo>
                    <a:pt x="3858895" y="2695575"/>
                  </a:lnTo>
                  <a:lnTo>
                    <a:pt x="385889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4" name="Google Shape;94;p1"/>
            <p:cNvSpPr/>
            <p:nvPr/>
          </p:nvSpPr>
          <p:spPr>
            <a:xfrm>
              <a:off x="393954" y="1655572"/>
              <a:ext cx="1103503" cy="1103503"/>
            </a:xfrm>
            <a:custGeom>
              <a:rect b="b" l="l" r="r" t="t"/>
              <a:pathLst>
                <a:path extrusionOk="0" h="1103503" w="1103503">
                  <a:moveTo>
                    <a:pt x="0" y="1103503"/>
                  </a:moveTo>
                  <a:lnTo>
                    <a:pt x="1103503" y="1103503"/>
                  </a:lnTo>
                  <a:lnTo>
                    <a:pt x="11035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5" name="Google Shape;95;p1"/>
            <p:cNvSpPr/>
            <p:nvPr/>
          </p:nvSpPr>
          <p:spPr>
            <a:xfrm>
              <a:off x="63500" y="63500"/>
              <a:ext cx="4693285" cy="2290318"/>
            </a:xfrm>
            <a:custGeom>
              <a:rect b="b" l="l" r="r" t="t"/>
              <a:pathLst>
                <a:path extrusionOk="0" h="2290318" w="4693285">
                  <a:moveTo>
                    <a:pt x="0" y="0"/>
                  </a:moveTo>
                  <a:lnTo>
                    <a:pt x="0" y="2290318"/>
                  </a:lnTo>
                  <a:lnTo>
                    <a:pt x="4693285" y="2290318"/>
                  </a:lnTo>
                  <a:lnTo>
                    <a:pt x="469328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grpSp>
        <p:nvGrpSpPr>
          <p:cNvPr id="96" name="Google Shape;96;p1"/>
          <p:cNvGrpSpPr/>
          <p:nvPr/>
        </p:nvGrpSpPr>
        <p:grpSpPr>
          <a:xfrm>
            <a:off x="14968496" y="6802866"/>
            <a:ext cx="3319532" cy="3484124"/>
            <a:chOff x="63500" y="63500"/>
            <a:chExt cx="3319526" cy="3484118"/>
          </a:xfrm>
        </p:grpSpPr>
        <p:sp>
          <p:nvSpPr>
            <p:cNvPr id="97" name="Google Shape;97;p1"/>
            <p:cNvSpPr/>
            <p:nvPr/>
          </p:nvSpPr>
          <p:spPr>
            <a:xfrm>
              <a:off x="63500" y="63500"/>
              <a:ext cx="3319526" cy="3484118"/>
            </a:xfrm>
            <a:custGeom>
              <a:rect b="b" l="l" r="r" t="t"/>
              <a:pathLst>
                <a:path extrusionOk="0" h="3484118" w="3319526">
                  <a:moveTo>
                    <a:pt x="0" y="0"/>
                  </a:moveTo>
                  <a:lnTo>
                    <a:pt x="0" y="3484118"/>
                  </a:lnTo>
                  <a:lnTo>
                    <a:pt x="3319526" y="3484118"/>
                  </a:lnTo>
                  <a:lnTo>
                    <a:pt x="331952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8" name="Google Shape;98;p1"/>
            <p:cNvSpPr/>
            <p:nvPr/>
          </p:nvSpPr>
          <p:spPr>
            <a:xfrm>
              <a:off x="680212" y="843661"/>
              <a:ext cx="2702814" cy="2703957"/>
            </a:xfrm>
            <a:custGeom>
              <a:rect b="b" l="l" r="r" t="t"/>
              <a:pathLst>
                <a:path extrusionOk="0" h="2703957" w="2702814">
                  <a:moveTo>
                    <a:pt x="0" y="0"/>
                  </a:moveTo>
                  <a:lnTo>
                    <a:pt x="0" y="2703957"/>
                  </a:lnTo>
                  <a:lnTo>
                    <a:pt x="2702814" y="2703957"/>
                  </a:lnTo>
                  <a:lnTo>
                    <a:pt x="270281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9" name="Google Shape;99;p1"/>
            <p:cNvSpPr/>
            <p:nvPr/>
          </p:nvSpPr>
          <p:spPr>
            <a:xfrm>
              <a:off x="1629283" y="1124839"/>
              <a:ext cx="991743" cy="991743"/>
            </a:xfrm>
            <a:custGeom>
              <a:rect b="b" l="l" r="r" t="t"/>
              <a:pathLst>
                <a:path extrusionOk="0" h="991743" w="991743">
                  <a:moveTo>
                    <a:pt x="0" y="991743"/>
                  </a:moveTo>
                  <a:lnTo>
                    <a:pt x="991743" y="991743"/>
                  </a:lnTo>
                  <a:lnTo>
                    <a:pt x="9917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sp>
        <p:nvSpPr>
          <p:cNvPr id="100" name="Google Shape;100;p1"/>
          <p:cNvSpPr txBox="1"/>
          <p:nvPr/>
        </p:nvSpPr>
        <p:spPr>
          <a:xfrm>
            <a:off x="2365181" y="4049116"/>
            <a:ext cx="15347375" cy="1820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1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897" u="none" cap="none" strike="noStrike">
                <a:solidFill>
                  <a:srgbClr val="A24A11"/>
                </a:solidFill>
                <a:latin typeface="Orienta"/>
                <a:ea typeface="Orienta"/>
                <a:cs typeface="Orienta"/>
                <a:sym typeface="Orienta"/>
              </a:rPr>
              <a:t>K-Means Cluster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E9DC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2"/>
          <p:cNvGrpSpPr/>
          <p:nvPr/>
        </p:nvGrpSpPr>
        <p:grpSpPr>
          <a:xfrm>
            <a:off x="-17" y="-140"/>
            <a:ext cx="4661913" cy="2276729"/>
            <a:chOff x="994537" y="1618234"/>
            <a:chExt cx="4661915" cy="2276729"/>
          </a:xfrm>
        </p:grpSpPr>
        <p:sp>
          <p:nvSpPr>
            <p:cNvPr id="106" name="Google Shape;106;p2"/>
            <p:cNvSpPr/>
            <p:nvPr/>
          </p:nvSpPr>
          <p:spPr>
            <a:xfrm>
              <a:off x="994537" y="1618361"/>
              <a:ext cx="4661915" cy="2276602"/>
            </a:xfrm>
            <a:custGeom>
              <a:rect b="b" l="l" r="r" t="t"/>
              <a:pathLst>
                <a:path extrusionOk="0" h="2276602" w="4661915">
                  <a:moveTo>
                    <a:pt x="0" y="0"/>
                  </a:moveTo>
                  <a:lnTo>
                    <a:pt x="0" y="2204466"/>
                  </a:lnTo>
                  <a:cubicBezTo>
                    <a:pt x="128651" y="2252853"/>
                    <a:pt x="259715" y="2276602"/>
                    <a:pt x="394589" y="2276602"/>
                  </a:cubicBezTo>
                  <a:cubicBezTo>
                    <a:pt x="437007" y="2276602"/>
                    <a:pt x="479806" y="2274189"/>
                    <a:pt x="522986" y="2269617"/>
                  </a:cubicBezTo>
                  <a:cubicBezTo>
                    <a:pt x="746506" y="2245360"/>
                    <a:pt x="941197" y="2159508"/>
                    <a:pt x="1106043" y="2008251"/>
                  </a:cubicBezTo>
                  <a:cubicBezTo>
                    <a:pt x="1214628" y="1908302"/>
                    <a:pt x="1314069" y="1798828"/>
                    <a:pt x="1410208" y="1686814"/>
                  </a:cubicBezTo>
                  <a:cubicBezTo>
                    <a:pt x="1546225" y="1528445"/>
                    <a:pt x="1689862" y="1377569"/>
                    <a:pt x="1858010" y="1252474"/>
                  </a:cubicBezTo>
                  <a:cubicBezTo>
                    <a:pt x="2009267" y="1139825"/>
                    <a:pt x="2174367" y="1050163"/>
                    <a:pt x="2361438" y="1019048"/>
                  </a:cubicBezTo>
                  <a:cubicBezTo>
                    <a:pt x="2465324" y="1001776"/>
                    <a:pt x="2569337" y="992124"/>
                    <a:pt x="2673604" y="992124"/>
                  </a:cubicBezTo>
                  <a:cubicBezTo>
                    <a:pt x="2784475" y="992124"/>
                    <a:pt x="2895600" y="1003046"/>
                    <a:pt x="3007360" y="1027557"/>
                  </a:cubicBezTo>
                  <a:cubicBezTo>
                    <a:pt x="3145536" y="1057783"/>
                    <a:pt x="3285617" y="1079373"/>
                    <a:pt x="3427857" y="1079373"/>
                  </a:cubicBezTo>
                  <a:cubicBezTo>
                    <a:pt x="3476497" y="1079373"/>
                    <a:pt x="3525393" y="1076833"/>
                    <a:pt x="3574541" y="1071372"/>
                  </a:cubicBezTo>
                  <a:cubicBezTo>
                    <a:pt x="3898264" y="1034923"/>
                    <a:pt x="4158995" y="892429"/>
                    <a:pt x="4359401" y="636778"/>
                  </a:cubicBezTo>
                  <a:cubicBezTo>
                    <a:pt x="4507737" y="447167"/>
                    <a:pt x="4601971" y="231521"/>
                    <a:pt x="4661915" y="0"/>
                  </a:cubicBezTo>
                  <a:close/>
                </a:path>
              </a:pathLst>
            </a:custGeom>
            <a:solidFill>
              <a:srgbClr val="A24A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994537" y="1618234"/>
              <a:ext cx="3563238" cy="1833118"/>
            </a:xfrm>
            <a:custGeom>
              <a:rect b="b" l="l" r="r" t="t"/>
              <a:pathLst>
                <a:path extrusionOk="0" h="1833118" w="3563238">
                  <a:moveTo>
                    <a:pt x="364109" y="808482"/>
                  </a:moveTo>
                  <a:cubicBezTo>
                    <a:pt x="390398" y="808482"/>
                    <a:pt x="416560" y="810514"/>
                    <a:pt x="442468" y="814705"/>
                  </a:cubicBezTo>
                  <a:cubicBezTo>
                    <a:pt x="564896" y="834517"/>
                    <a:pt x="675132" y="903224"/>
                    <a:pt x="753237" y="998855"/>
                  </a:cubicBezTo>
                  <a:cubicBezTo>
                    <a:pt x="831469" y="1094613"/>
                    <a:pt x="886841" y="1222629"/>
                    <a:pt x="878078" y="1348105"/>
                  </a:cubicBezTo>
                  <a:cubicBezTo>
                    <a:pt x="873633" y="1411732"/>
                    <a:pt x="850138" y="1476375"/>
                    <a:pt x="798576" y="1516761"/>
                  </a:cubicBezTo>
                  <a:cubicBezTo>
                    <a:pt x="759333" y="1547495"/>
                    <a:pt x="710438" y="1560449"/>
                    <a:pt x="661162" y="1560449"/>
                  </a:cubicBezTo>
                  <a:cubicBezTo>
                    <a:pt x="656336" y="1560449"/>
                    <a:pt x="651383" y="1560322"/>
                    <a:pt x="646557" y="1560068"/>
                  </a:cubicBezTo>
                  <a:cubicBezTo>
                    <a:pt x="529971" y="1554099"/>
                    <a:pt x="424434" y="1488440"/>
                    <a:pt x="346075" y="1405509"/>
                  </a:cubicBezTo>
                  <a:cubicBezTo>
                    <a:pt x="207137" y="1258443"/>
                    <a:pt x="139573" y="1034161"/>
                    <a:pt x="195580" y="838073"/>
                  </a:cubicBezTo>
                  <a:cubicBezTo>
                    <a:pt x="249301" y="818388"/>
                    <a:pt x="306832" y="808355"/>
                    <a:pt x="364109" y="808355"/>
                  </a:cubicBezTo>
                  <a:close/>
                  <a:moveTo>
                    <a:pt x="1661668" y="127"/>
                  </a:moveTo>
                  <a:cubicBezTo>
                    <a:pt x="1689354" y="126111"/>
                    <a:pt x="1752219" y="248031"/>
                    <a:pt x="1823847" y="353822"/>
                  </a:cubicBezTo>
                  <a:cubicBezTo>
                    <a:pt x="1973326" y="574294"/>
                    <a:pt x="2168906" y="781939"/>
                    <a:pt x="2419604" y="884809"/>
                  </a:cubicBezTo>
                  <a:cubicBezTo>
                    <a:pt x="2477897" y="908685"/>
                    <a:pt x="2539111" y="926592"/>
                    <a:pt x="2601468" y="937641"/>
                  </a:cubicBezTo>
                  <a:lnTo>
                    <a:pt x="2601468" y="937641"/>
                  </a:lnTo>
                  <a:cubicBezTo>
                    <a:pt x="2541397" y="1155446"/>
                    <a:pt x="2441194" y="1362456"/>
                    <a:pt x="2304288" y="1542288"/>
                  </a:cubicBezTo>
                  <a:cubicBezTo>
                    <a:pt x="2226945" y="1643888"/>
                    <a:pt x="2135251" y="1753235"/>
                    <a:pt x="2008759" y="1792097"/>
                  </a:cubicBezTo>
                  <a:cubicBezTo>
                    <a:pt x="1976882" y="1801876"/>
                    <a:pt x="1944497" y="1806321"/>
                    <a:pt x="1912112" y="1806321"/>
                  </a:cubicBezTo>
                  <a:cubicBezTo>
                    <a:pt x="1825244" y="1806321"/>
                    <a:pt x="1739138" y="1774063"/>
                    <a:pt x="1666494" y="1726184"/>
                  </a:cubicBezTo>
                  <a:cubicBezTo>
                    <a:pt x="1435608" y="1574165"/>
                    <a:pt x="1369060" y="1291971"/>
                    <a:pt x="1287526" y="1045718"/>
                  </a:cubicBezTo>
                  <a:cubicBezTo>
                    <a:pt x="1213485" y="821944"/>
                    <a:pt x="1099312" y="569341"/>
                    <a:pt x="864997" y="475742"/>
                  </a:cubicBezTo>
                  <a:cubicBezTo>
                    <a:pt x="809752" y="453644"/>
                    <a:pt x="751586" y="443357"/>
                    <a:pt x="693420" y="443357"/>
                  </a:cubicBezTo>
                  <a:cubicBezTo>
                    <a:pt x="535686" y="443357"/>
                    <a:pt x="377571" y="518795"/>
                    <a:pt x="274320" y="637921"/>
                  </a:cubicBezTo>
                  <a:cubicBezTo>
                    <a:pt x="227965" y="691515"/>
                    <a:pt x="195199" y="752475"/>
                    <a:pt x="175133" y="817118"/>
                  </a:cubicBezTo>
                  <a:cubicBezTo>
                    <a:pt x="162814" y="821944"/>
                    <a:pt x="150749" y="827278"/>
                    <a:pt x="138811" y="833247"/>
                  </a:cubicBezTo>
                  <a:cubicBezTo>
                    <a:pt x="83058" y="860679"/>
                    <a:pt x="37592" y="896620"/>
                    <a:pt x="0" y="938530"/>
                  </a:cubicBezTo>
                  <a:lnTo>
                    <a:pt x="0" y="938530"/>
                  </a:lnTo>
                  <a:lnTo>
                    <a:pt x="0" y="979551"/>
                  </a:lnTo>
                  <a:lnTo>
                    <a:pt x="0" y="979551"/>
                  </a:lnTo>
                  <a:cubicBezTo>
                    <a:pt x="26035" y="946785"/>
                    <a:pt x="56007" y="917321"/>
                    <a:pt x="90932" y="892556"/>
                  </a:cubicBezTo>
                  <a:cubicBezTo>
                    <a:pt x="114554" y="875919"/>
                    <a:pt x="139700" y="861695"/>
                    <a:pt x="165989" y="849884"/>
                  </a:cubicBezTo>
                  <a:cubicBezTo>
                    <a:pt x="132715" y="987044"/>
                    <a:pt x="153416" y="1137158"/>
                    <a:pt x="217424" y="1266063"/>
                  </a:cubicBezTo>
                  <a:cubicBezTo>
                    <a:pt x="267716" y="1367282"/>
                    <a:pt x="343789" y="1456690"/>
                    <a:pt x="439420" y="1517650"/>
                  </a:cubicBezTo>
                  <a:cubicBezTo>
                    <a:pt x="503301" y="1558417"/>
                    <a:pt x="582549" y="1587246"/>
                    <a:pt x="660400" y="1587246"/>
                  </a:cubicBezTo>
                  <a:cubicBezTo>
                    <a:pt x="689102" y="1587246"/>
                    <a:pt x="717550" y="1583309"/>
                    <a:pt x="744855" y="1574673"/>
                  </a:cubicBezTo>
                  <a:cubicBezTo>
                    <a:pt x="861822" y="1537589"/>
                    <a:pt x="910463" y="1418590"/>
                    <a:pt x="905002" y="1303782"/>
                  </a:cubicBezTo>
                  <a:cubicBezTo>
                    <a:pt x="899414" y="1185672"/>
                    <a:pt x="846582" y="1068832"/>
                    <a:pt x="771398" y="978916"/>
                  </a:cubicBezTo>
                  <a:cubicBezTo>
                    <a:pt x="696341" y="889000"/>
                    <a:pt x="595122" y="821309"/>
                    <a:pt x="480314" y="794639"/>
                  </a:cubicBezTo>
                  <a:cubicBezTo>
                    <a:pt x="442341" y="785876"/>
                    <a:pt x="403225" y="781431"/>
                    <a:pt x="364109" y="781431"/>
                  </a:cubicBezTo>
                  <a:cubicBezTo>
                    <a:pt x="310388" y="781431"/>
                    <a:pt x="256667" y="789686"/>
                    <a:pt x="205613" y="806069"/>
                  </a:cubicBezTo>
                  <a:cubicBezTo>
                    <a:pt x="212598" y="786638"/>
                    <a:pt x="220980" y="767461"/>
                    <a:pt x="230632" y="748919"/>
                  </a:cubicBezTo>
                  <a:cubicBezTo>
                    <a:pt x="316992" y="582295"/>
                    <a:pt x="504571" y="469900"/>
                    <a:pt x="692277" y="469900"/>
                  </a:cubicBezTo>
                  <a:cubicBezTo>
                    <a:pt x="731012" y="469900"/>
                    <a:pt x="769874" y="474726"/>
                    <a:pt x="807720" y="484759"/>
                  </a:cubicBezTo>
                  <a:cubicBezTo>
                    <a:pt x="1061847" y="552450"/>
                    <a:pt x="1185037" y="823595"/>
                    <a:pt x="1260602" y="1051052"/>
                  </a:cubicBezTo>
                  <a:cubicBezTo>
                    <a:pt x="1341882" y="1295654"/>
                    <a:pt x="1407541" y="1572133"/>
                    <a:pt x="1628013" y="1732153"/>
                  </a:cubicBezTo>
                  <a:cubicBezTo>
                    <a:pt x="1709674" y="1791462"/>
                    <a:pt x="1808861" y="1833118"/>
                    <a:pt x="1910588" y="1833118"/>
                  </a:cubicBezTo>
                  <a:cubicBezTo>
                    <a:pt x="1926336" y="1833118"/>
                    <a:pt x="1942211" y="1832102"/>
                    <a:pt x="1957959" y="1830070"/>
                  </a:cubicBezTo>
                  <a:cubicBezTo>
                    <a:pt x="2085975" y="1813179"/>
                    <a:pt x="2185288" y="1726311"/>
                    <a:pt x="2266188" y="1631569"/>
                  </a:cubicBezTo>
                  <a:cubicBezTo>
                    <a:pt x="2436241" y="1432433"/>
                    <a:pt x="2558415" y="1193673"/>
                    <a:pt x="2627757" y="941578"/>
                  </a:cubicBezTo>
                  <a:lnTo>
                    <a:pt x="2627757" y="941578"/>
                  </a:lnTo>
                  <a:cubicBezTo>
                    <a:pt x="2666872" y="947293"/>
                    <a:pt x="2706370" y="950214"/>
                    <a:pt x="2745613" y="950214"/>
                  </a:cubicBezTo>
                  <a:cubicBezTo>
                    <a:pt x="2884043" y="950214"/>
                    <a:pt x="3021076" y="913892"/>
                    <a:pt x="3137153" y="832104"/>
                  </a:cubicBezTo>
                  <a:cubicBezTo>
                    <a:pt x="3343909" y="686435"/>
                    <a:pt x="3455288" y="438150"/>
                    <a:pt x="3520058" y="201168"/>
                  </a:cubicBezTo>
                  <a:cubicBezTo>
                    <a:pt x="3538093" y="135001"/>
                    <a:pt x="3552443" y="67818"/>
                    <a:pt x="3563238" y="0"/>
                  </a:cubicBezTo>
                  <a:lnTo>
                    <a:pt x="3536441" y="0"/>
                  </a:lnTo>
                  <a:cubicBezTo>
                    <a:pt x="3505326" y="200152"/>
                    <a:pt x="3442843" y="399161"/>
                    <a:pt x="3338195" y="570865"/>
                  </a:cubicBezTo>
                  <a:cubicBezTo>
                    <a:pt x="3272028" y="679450"/>
                    <a:pt x="3184652" y="776986"/>
                    <a:pt x="3073654" y="840994"/>
                  </a:cubicBezTo>
                  <a:cubicBezTo>
                    <a:pt x="2974213" y="898271"/>
                    <a:pt x="2859786" y="924052"/>
                    <a:pt x="2745613" y="924052"/>
                  </a:cubicBezTo>
                  <a:cubicBezTo>
                    <a:pt x="2733421" y="924052"/>
                    <a:pt x="2721229" y="923798"/>
                    <a:pt x="2708910" y="923163"/>
                  </a:cubicBezTo>
                  <a:cubicBezTo>
                    <a:pt x="2683891" y="922020"/>
                    <a:pt x="2659126" y="919607"/>
                    <a:pt x="2634615" y="916051"/>
                  </a:cubicBezTo>
                  <a:lnTo>
                    <a:pt x="2634615" y="916051"/>
                  </a:lnTo>
                  <a:cubicBezTo>
                    <a:pt x="2701544" y="658114"/>
                    <a:pt x="2713228" y="384937"/>
                    <a:pt x="2663317" y="122936"/>
                  </a:cubicBezTo>
                  <a:cubicBezTo>
                    <a:pt x="2655570" y="82423"/>
                    <a:pt x="2646299" y="41148"/>
                    <a:pt x="2635123" y="0"/>
                  </a:cubicBezTo>
                  <a:lnTo>
                    <a:pt x="2607437" y="0"/>
                  </a:lnTo>
                  <a:cubicBezTo>
                    <a:pt x="2608453" y="3429"/>
                    <a:pt x="2609342" y="6858"/>
                    <a:pt x="2610231" y="10287"/>
                  </a:cubicBezTo>
                  <a:cubicBezTo>
                    <a:pt x="2680208" y="269875"/>
                    <a:pt x="2684145" y="546608"/>
                    <a:pt x="2631440" y="809752"/>
                  </a:cubicBezTo>
                  <a:cubicBezTo>
                    <a:pt x="2624582" y="844042"/>
                    <a:pt x="2616708" y="878078"/>
                    <a:pt x="2607945" y="911860"/>
                  </a:cubicBezTo>
                  <a:lnTo>
                    <a:pt x="2607945" y="911860"/>
                  </a:lnTo>
                  <a:cubicBezTo>
                    <a:pt x="2378837" y="870966"/>
                    <a:pt x="2178685" y="732536"/>
                    <a:pt x="2021586" y="562102"/>
                  </a:cubicBezTo>
                  <a:cubicBezTo>
                    <a:pt x="1929638" y="462406"/>
                    <a:pt x="1846199" y="351028"/>
                    <a:pt x="1779778" y="232537"/>
                  </a:cubicBezTo>
                  <a:cubicBezTo>
                    <a:pt x="1739011" y="160019"/>
                    <a:pt x="1705229" y="81534"/>
                    <a:pt x="1687068" y="0"/>
                  </a:cubicBezTo>
                  <a:close/>
                </a:path>
              </a:pathLst>
            </a:custGeom>
            <a:solidFill>
              <a:srgbClr val="F2B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" name="Google Shape;108;p2"/>
          <p:cNvSpPr/>
          <p:nvPr/>
        </p:nvSpPr>
        <p:spPr>
          <a:xfrm>
            <a:off x="330451" y="2505770"/>
            <a:ext cx="1103376" cy="1103379"/>
          </a:xfrm>
          <a:custGeom>
            <a:rect b="b" l="l" r="r" t="t"/>
            <a:pathLst>
              <a:path extrusionOk="0" h="1103376" w="1103376">
                <a:moveTo>
                  <a:pt x="551688" y="0"/>
                </a:moveTo>
                <a:cubicBezTo>
                  <a:pt x="535686" y="522478"/>
                  <a:pt x="522478" y="535686"/>
                  <a:pt x="0" y="551688"/>
                </a:cubicBezTo>
                <a:cubicBezTo>
                  <a:pt x="522478" y="567690"/>
                  <a:pt x="535686" y="580898"/>
                  <a:pt x="551688" y="1103376"/>
                </a:cubicBezTo>
                <a:cubicBezTo>
                  <a:pt x="567690" y="580390"/>
                  <a:pt x="580898" y="567690"/>
                  <a:pt x="1103376" y="551688"/>
                </a:cubicBezTo>
                <a:cubicBezTo>
                  <a:pt x="580898" y="535686"/>
                  <a:pt x="567690" y="522478"/>
                  <a:pt x="551688" y="0"/>
                </a:cubicBezTo>
                <a:close/>
              </a:path>
            </a:pathLst>
          </a:custGeom>
          <a:solidFill>
            <a:srgbClr val="C77C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9" name="Google Shape;109;p2"/>
          <p:cNvGrpSpPr/>
          <p:nvPr/>
        </p:nvGrpSpPr>
        <p:grpSpPr>
          <a:xfrm>
            <a:off x="15482862" y="7359802"/>
            <a:ext cx="2805182" cy="2927350"/>
            <a:chOff x="66040" y="63500"/>
            <a:chExt cx="2805176" cy="2927350"/>
          </a:xfrm>
        </p:grpSpPr>
        <p:sp>
          <p:nvSpPr>
            <p:cNvPr id="110" name="Google Shape;110;p2"/>
            <p:cNvSpPr/>
            <p:nvPr/>
          </p:nvSpPr>
          <p:spPr>
            <a:xfrm>
              <a:off x="66040" y="63500"/>
              <a:ext cx="2805176" cy="2927223"/>
            </a:xfrm>
            <a:custGeom>
              <a:rect b="b" l="l" r="r" t="t"/>
              <a:pathLst>
                <a:path extrusionOk="0" h="2927223" w="2805176">
                  <a:moveTo>
                    <a:pt x="2305558" y="0"/>
                  </a:moveTo>
                  <a:cubicBezTo>
                    <a:pt x="2279015" y="0"/>
                    <a:pt x="2251837" y="762"/>
                    <a:pt x="2224151" y="2413"/>
                  </a:cubicBezTo>
                  <a:cubicBezTo>
                    <a:pt x="1677543" y="34163"/>
                    <a:pt x="1384554" y="345186"/>
                    <a:pt x="1345311" y="935228"/>
                  </a:cubicBezTo>
                  <a:cubicBezTo>
                    <a:pt x="1306068" y="1525270"/>
                    <a:pt x="1029970" y="1967611"/>
                    <a:pt x="516890" y="2261870"/>
                  </a:cubicBezTo>
                  <a:cubicBezTo>
                    <a:pt x="195072" y="2446401"/>
                    <a:pt x="22860" y="2668270"/>
                    <a:pt x="0" y="2927223"/>
                  </a:cubicBezTo>
                  <a:lnTo>
                    <a:pt x="2805176" y="2927223"/>
                  </a:lnTo>
                  <a:lnTo>
                    <a:pt x="2805176" y="133350"/>
                  </a:lnTo>
                  <a:lnTo>
                    <a:pt x="2805176" y="133350"/>
                  </a:lnTo>
                  <a:cubicBezTo>
                    <a:pt x="2669413" y="44450"/>
                    <a:pt x="2502916" y="0"/>
                    <a:pt x="2305558" y="0"/>
                  </a:cubicBezTo>
                  <a:close/>
                </a:path>
              </a:pathLst>
            </a:custGeom>
            <a:solidFill>
              <a:srgbClr val="A24A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804926" y="1195959"/>
              <a:ext cx="2066290" cy="1794891"/>
            </a:xfrm>
            <a:custGeom>
              <a:rect b="b" l="l" r="r" t="t"/>
              <a:pathLst>
                <a:path extrusionOk="0" h="1794891" w="2066290">
                  <a:moveTo>
                    <a:pt x="2066290" y="0"/>
                  </a:moveTo>
                  <a:cubicBezTo>
                    <a:pt x="1981835" y="1016"/>
                    <a:pt x="1899031" y="17526"/>
                    <a:pt x="1822196" y="58420"/>
                  </a:cubicBezTo>
                  <a:cubicBezTo>
                    <a:pt x="1696212" y="125603"/>
                    <a:pt x="1634109" y="252095"/>
                    <a:pt x="1580896" y="378206"/>
                  </a:cubicBezTo>
                  <a:cubicBezTo>
                    <a:pt x="1553083" y="444246"/>
                    <a:pt x="1525016" y="510159"/>
                    <a:pt x="1486154" y="570611"/>
                  </a:cubicBezTo>
                  <a:cubicBezTo>
                    <a:pt x="1449324" y="627888"/>
                    <a:pt x="1403985" y="680085"/>
                    <a:pt x="1353693" y="725805"/>
                  </a:cubicBezTo>
                  <a:cubicBezTo>
                    <a:pt x="1254252" y="816102"/>
                    <a:pt x="1131443" y="880872"/>
                    <a:pt x="1000760" y="911098"/>
                  </a:cubicBezTo>
                  <a:cubicBezTo>
                    <a:pt x="860933" y="943356"/>
                    <a:pt x="714121" y="929894"/>
                    <a:pt x="577469" y="978789"/>
                  </a:cubicBezTo>
                  <a:cubicBezTo>
                    <a:pt x="440436" y="1027938"/>
                    <a:pt x="323723" y="1121537"/>
                    <a:pt x="218694" y="1219962"/>
                  </a:cubicBezTo>
                  <a:cubicBezTo>
                    <a:pt x="117094" y="1315212"/>
                    <a:pt x="24765" y="1431163"/>
                    <a:pt x="8509" y="1573911"/>
                  </a:cubicBezTo>
                  <a:cubicBezTo>
                    <a:pt x="0" y="1648587"/>
                    <a:pt x="10160" y="1724279"/>
                    <a:pt x="35433" y="1794637"/>
                  </a:cubicBezTo>
                  <a:lnTo>
                    <a:pt x="83566" y="1794637"/>
                  </a:lnTo>
                  <a:cubicBezTo>
                    <a:pt x="64008" y="1745488"/>
                    <a:pt x="53086" y="1693418"/>
                    <a:pt x="51308" y="1640332"/>
                  </a:cubicBezTo>
                  <a:cubicBezTo>
                    <a:pt x="46863" y="1506982"/>
                    <a:pt x="113411" y="1393571"/>
                    <a:pt x="203200" y="1299337"/>
                  </a:cubicBezTo>
                  <a:cubicBezTo>
                    <a:pt x="299720" y="1197991"/>
                    <a:pt x="414655" y="1100201"/>
                    <a:pt x="542798" y="1041908"/>
                  </a:cubicBezTo>
                  <a:cubicBezTo>
                    <a:pt x="606933" y="1012698"/>
                    <a:pt x="674370" y="996696"/>
                    <a:pt x="743966" y="988314"/>
                  </a:cubicBezTo>
                  <a:cubicBezTo>
                    <a:pt x="812673" y="980059"/>
                    <a:pt x="881888" y="977265"/>
                    <a:pt x="950214" y="966724"/>
                  </a:cubicBezTo>
                  <a:cubicBezTo>
                    <a:pt x="1078738" y="947039"/>
                    <a:pt x="1201420" y="897001"/>
                    <a:pt x="1307211" y="821309"/>
                  </a:cubicBezTo>
                  <a:cubicBezTo>
                    <a:pt x="1411732" y="746633"/>
                    <a:pt x="1499616" y="648589"/>
                    <a:pt x="1559687" y="534924"/>
                  </a:cubicBezTo>
                  <a:cubicBezTo>
                    <a:pt x="1625346" y="410845"/>
                    <a:pt x="1658112" y="263271"/>
                    <a:pt x="1759712" y="161036"/>
                  </a:cubicBezTo>
                  <a:cubicBezTo>
                    <a:pt x="1843151" y="77089"/>
                    <a:pt x="1952498" y="47498"/>
                    <a:pt x="2066290" y="46228"/>
                  </a:cubicBezTo>
                  <a:lnTo>
                    <a:pt x="2066290" y="46228"/>
                  </a:lnTo>
                  <a:lnTo>
                    <a:pt x="2066290" y="0"/>
                  </a:lnTo>
                  <a:close/>
                  <a:moveTo>
                    <a:pt x="845693" y="1557020"/>
                  </a:moveTo>
                  <a:cubicBezTo>
                    <a:pt x="791972" y="1557020"/>
                    <a:pt x="736854" y="1570990"/>
                    <a:pt x="690245" y="1593723"/>
                  </a:cubicBezTo>
                  <a:cubicBezTo>
                    <a:pt x="625475" y="1625219"/>
                    <a:pt x="569341" y="1671828"/>
                    <a:pt x="514858" y="1718183"/>
                  </a:cubicBezTo>
                  <a:cubicBezTo>
                    <a:pt x="487680" y="1741424"/>
                    <a:pt x="460756" y="1766443"/>
                    <a:pt x="439166" y="1794764"/>
                  </a:cubicBezTo>
                  <a:lnTo>
                    <a:pt x="498856" y="1794764"/>
                  </a:lnTo>
                  <a:cubicBezTo>
                    <a:pt x="499618" y="1793875"/>
                    <a:pt x="500507" y="1793113"/>
                    <a:pt x="501269" y="1792224"/>
                  </a:cubicBezTo>
                  <a:cubicBezTo>
                    <a:pt x="549910" y="1742313"/>
                    <a:pt x="607695" y="1696466"/>
                    <a:pt x="666623" y="1659255"/>
                  </a:cubicBezTo>
                  <a:cubicBezTo>
                    <a:pt x="719328" y="1625854"/>
                    <a:pt x="778256" y="1601343"/>
                    <a:pt x="841248" y="1601343"/>
                  </a:cubicBezTo>
                  <a:cubicBezTo>
                    <a:pt x="844042" y="1601343"/>
                    <a:pt x="846836" y="1601343"/>
                    <a:pt x="849630" y="1601470"/>
                  </a:cubicBezTo>
                  <a:cubicBezTo>
                    <a:pt x="908050" y="1603502"/>
                    <a:pt x="968121" y="1628013"/>
                    <a:pt x="999617" y="1679321"/>
                  </a:cubicBezTo>
                  <a:cubicBezTo>
                    <a:pt x="1021207" y="1714373"/>
                    <a:pt x="1024636" y="1755394"/>
                    <a:pt x="1016508" y="1794891"/>
                  </a:cubicBezTo>
                  <a:lnTo>
                    <a:pt x="1062355" y="1794891"/>
                  </a:lnTo>
                  <a:cubicBezTo>
                    <a:pt x="1070991" y="1745869"/>
                    <a:pt x="1065022" y="1695577"/>
                    <a:pt x="1035558" y="1650619"/>
                  </a:cubicBezTo>
                  <a:cubicBezTo>
                    <a:pt x="991743" y="1583690"/>
                    <a:pt x="920115" y="1557147"/>
                    <a:pt x="845820" y="1557147"/>
                  </a:cubicBezTo>
                  <a:close/>
                </a:path>
              </a:pathLst>
            </a:custGeom>
            <a:solidFill>
              <a:srgbClr val="F2B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" name="Google Shape;112;p2"/>
          <p:cNvSpPr/>
          <p:nvPr/>
        </p:nvSpPr>
        <p:spPr>
          <a:xfrm>
            <a:off x="16763457" y="5839263"/>
            <a:ext cx="990600" cy="990600"/>
          </a:xfrm>
          <a:custGeom>
            <a:rect b="b" l="l" r="r" t="t"/>
            <a:pathLst>
              <a:path extrusionOk="0" h="990600" w="990600">
                <a:moveTo>
                  <a:pt x="495300" y="0"/>
                </a:moveTo>
                <a:cubicBezTo>
                  <a:pt x="480949" y="469011"/>
                  <a:pt x="469011" y="480949"/>
                  <a:pt x="0" y="495300"/>
                </a:cubicBezTo>
                <a:cubicBezTo>
                  <a:pt x="469011" y="509651"/>
                  <a:pt x="480949" y="521589"/>
                  <a:pt x="495300" y="990600"/>
                </a:cubicBezTo>
                <a:cubicBezTo>
                  <a:pt x="509651" y="521081"/>
                  <a:pt x="521589" y="509651"/>
                  <a:pt x="990600" y="495300"/>
                </a:cubicBezTo>
                <a:cubicBezTo>
                  <a:pt x="521589" y="480949"/>
                  <a:pt x="509651" y="469011"/>
                  <a:pt x="495300" y="0"/>
                </a:cubicBezTo>
                <a:close/>
              </a:path>
            </a:pathLst>
          </a:custGeom>
          <a:solidFill>
            <a:srgbClr val="C77C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1951349" y="6335106"/>
            <a:ext cx="1457325" cy="2714625"/>
          </a:xfrm>
          <a:custGeom>
            <a:rect b="b" l="l" r="r" t="t"/>
            <a:pathLst>
              <a:path extrusionOk="0" h="2714625" w="1457325">
                <a:moveTo>
                  <a:pt x="0" y="0"/>
                </a:moveTo>
                <a:lnTo>
                  <a:pt x="1457325" y="0"/>
                </a:lnTo>
                <a:lnTo>
                  <a:pt x="1457325" y="2714625"/>
                </a:lnTo>
                <a:lnTo>
                  <a:pt x="0" y="2714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2"/>
          <p:cNvSpPr/>
          <p:nvPr/>
        </p:nvSpPr>
        <p:spPr>
          <a:xfrm>
            <a:off x="4163206" y="5839263"/>
            <a:ext cx="1562100" cy="3209925"/>
          </a:xfrm>
          <a:custGeom>
            <a:rect b="b" l="l" r="r" t="t"/>
            <a:pathLst>
              <a:path extrusionOk="0" h="3209925" w="1562100">
                <a:moveTo>
                  <a:pt x="0" y="0"/>
                </a:moveTo>
                <a:lnTo>
                  <a:pt x="1562100" y="0"/>
                </a:lnTo>
                <a:lnTo>
                  <a:pt x="1562100" y="3209925"/>
                </a:lnTo>
                <a:lnTo>
                  <a:pt x="0" y="32099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6415" r="-3948" t="0"/>
            </a:stretch>
          </a:blipFill>
          <a:ln>
            <a:noFill/>
          </a:ln>
        </p:spPr>
      </p:sp>
      <p:sp>
        <p:nvSpPr>
          <p:cNvPr id="115" name="Google Shape;115;p2"/>
          <p:cNvSpPr/>
          <p:nvPr/>
        </p:nvSpPr>
        <p:spPr>
          <a:xfrm>
            <a:off x="6477038" y="5143500"/>
            <a:ext cx="2047875" cy="3905250"/>
          </a:xfrm>
          <a:custGeom>
            <a:rect b="b" l="l" r="r" t="t"/>
            <a:pathLst>
              <a:path extrusionOk="0" h="3905250" w="2047875">
                <a:moveTo>
                  <a:pt x="0" y="0"/>
                </a:moveTo>
                <a:lnTo>
                  <a:pt x="2047875" y="0"/>
                </a:lnTo>
                <a:lnTo>
                  <a:pt x="2047875" y="3905250"/>
                </a:lnTo>
                <a:lnTo>
                  <a:pt x="0" y="39052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49" r="-1873" t="0"/>
            </a:stretch>
          </a:blipFill>
          <a:ln>
            <a:noFill/>
          </a:ln>
        </p:spPr>
      </p:sp>
      <p:sp>
        <p:nvSpPr>
          <p:cNvPr id="116" name="Google Shape;116;p2"/>
          <p:cNvSpPr/>
          <p:nvPr/>
        </p:nvSpPr>
        <p:spPr>
          <a:xfrm>
            <a:off x="10133781" y="5081302"/>
            <a:ext cx="2525173" cy="1992592"/>
          </a:xfrm>
          <a:custGeom>
            <a:rect b="b" l="l" r="r" t="t"/>
            <a:pathLst>
              <a:path extrusionOk="0" h="1992592" w="2525173">
                <a:moveTo>
                  <a:pt x="0" y="0"/>
                </a:moveTo>
                <a:lnTo>
                  <a:pt x="2525173" y="0"/>
                </a:lnTo>
                <a:lnTo>
                  <a:pt x="2525173" y="1992592"/>
                </a:lnTo>
                <a:lnTo>
                  <a:pt x="0" y="1992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2"/>
          <p:cNvSpPr/>
          <p:nvPr/>
        </p:nvSpPr>
        <p:spPr>
          <a:xfrm>
            <a:off x="11762022" y="7114108"/>
            <a:ext cx="2525173" cy="1992592"/>
          </a:xfrm>
          <a:custGeom>
            <a:rect b="b" l="l" r="r" t="t"/>
            <a:pathLst>
              <a:path extrusionOk="0" h="1992592" w="2525173">
                <a:moveTo>
                  <a:pt x="0" y="0"/>
                </a:moveTo>
                <a:lnTo>
                  <a:pt x="2525173" y="0"/>
                </a:lnTo>
                <a:lnTo>
                  <a:pt x="2525173" y="1992592"/>
                </a:lnTo>
                <a:lnTo>
                  <a:pt x="0" y="1992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2"/>
          <p:cNvSpPr/>
          <p:nvPr/>
        </p:nvSpPr>
        <p:spPr>
          <a:xfrm>
            <a:off x="13121592" y="3907212"/>
            <a:ext cx="2525173" cy="1992592"/>
          </a:xfrm>
          <a:custGeom>
            <a:rect b="b" l="l" r="r" t="t"/>
            <a:pathLst>
              <a:path extrusionOk="0" h="1992592" w="2525173">
                <a:moveTo>
                  <a:pt x="0" y="0"/>
                </a:moveTo>
                <a:lnTo>
                  <a:pt x="2525173" y="0"/>
                </a:lnTo>
                <a:lnTo>
                  <a:pt x="2525173" y="1992592"/>
                </a:lnTo>
                <a:lnTo>
                  <a:pt x="0" y="1992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9" name="Google Shape;119;p2"/>
          <p:cNvGrpSpPr/>
          <p:nvPr/>
        </p:nvGrpSpPr>
        <p:grpSpPr>
          <a:xfrm>
            <a:off x="-3" y="-3"/>
            <a:ext cx="4693282" cy="3609337"/>
            <a:chOff x="63500" y="63500"/>
            <a:chExt cx="4693285" cy="3609340"/>
          </a:xfrm>
        </p:grpSpPr>
        <p:sp>
          <p:nvSpPr>
            <p:cNvPr id="120" name="Google Shape;120;p2"/>
            <p:cNvSpPr/>
            <p:nvPr/>
          </p:nvSpPr>
          <p:spPr>
            <a:xfrm>
              <a:off x="63500" y="63500"/>
              <a:ext cx="3858895" cy="2695575"/>
            </a:xfrm>
            <a:custGeom>
              <a:rect b="b" l="l" r="r" t="t"/>
              <a:pathLst>
                <a:path extrusionOk="0" h="2695575" w="3858895">
                  <a:moveTo>
                    <a:pt x="0" y="0"/>
                  </a:moveTo>
                  <a:lnTo>
                    <a:pt x="0" y="2695575"/>
                  </a:lnTo>
                  <a:lnTo>
                    <a:pt x="3858895" y="2695575"/>
                  </a:lnTo>
                  <a:lnTo>
                    <a:pt x="385889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21" name="Google Shape;121;p2"/>
            <p:cNvSpPr/>
            <p:nvPr/>
          </p:nvSpPr>
          <p:spPr>
            <a:xfrm>
              <a:off x="63500" y="63500"/>
              <a:ext cx="4693285" cy="2290318"/>
            </a:xfrm>
            <a:custGeom>
              <a:rect b="b" l="l" r="r" t="t"/>
              <a:pathLst>
                <a:path extrusionOk="0" h="2290318" w="4693285">
                  <a:moveTo>
                    <a:pt x="0" y="0"/>
                  </a:moveTo>
                  <a:lnTo>
                    <a:pt x="0" y="2290318"/>
                  </a:lnTo>
                  <a:lnTo>
                    <a:pt x="4693285" y="2290318"/>
                  </a:lnTo>
                  <a:lnTo>
                    <a:pt x="469328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22" name="Google Shape;122;p2"/>
            <p:cNvSpPr/>
            <p:nvPr/>
          </p:nvSpPr>
          <p:spPr>
            <a:xfrm>
              <a:off x="393954" y="2569210"/>
              <a:ext cx="1103503" cy="1103630"/>
            </a:xfrm>
            <a:custGeom>
              <a:rect b="b" l="l" r="r" t="t"/>
              <a:pathLst>
                <a:path extrusionOk="0" h="1103630" w="1103503">
                  <a:moveTo>
                    <a:pt x="0" y="1103630"/>
                  </a:moveTo>
                  <a:lnTo>
                    <a:pt x="1103503" y="1103630"/>
                  </a:lnTo>
                  <a:lnTo>
                    <a:pt x="11035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sp>
        <p:nvSpPr>
          <p:cNvPr id="123" name="Google Shape;123;p2"/>
          <p:cNvSpPr/>
          <p:nvPr/>
        </p:nvSpPr>
        <p:spPr>
          <a:xfrm>
            <a:off x="10196322" y="5143500"/>
            <a:ext cx="2401062" cy="1869815"/>
          </a:xfrm>
          <a:custGeom>
            <a:rect b="b" l="l" r="r" t="t"/>
            <a:pathLst>
              <a:path extrusionOk="0" h="1869821" w="2401062">
                <a:moveTo>
                  <a:pt x="0" y="1869821"/>
                </a:moveTo>
                <a:lnTo>
                  <a:pt x="2401062" y="1869821"/>
                </a:lnTo>
                <a:lnTo>
                  <a:pt x="240106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24" name="Google Shape;124;p2"/>
          <p:cNvSpPr/>
          <p:nvPr/>
        </p:nvSpPr>
        <p:spPr>
          <a:xfrm>
            <a:off x="11824564" y="7176297"/>
            <a:ext cx="2401062" cy="1869815"/>
          </a:xfrm>
          <a:custGeom>
            <a:rect b="b" l="l" r="r" t="t"/>
            <a:pathLst>
              <a:path extrusionOk="0" h="1869821" w="2401062">
                <a:moveTo>
                  <a:pt x="0" y="1869821"/>
                </a:moveTo>
                <a:lnTo>
                  <a:pt x="2401062" y="1869821"/>
                </a:lnTo>
                <a:lnTo>
                  <a:pt x="240106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25" name="Google Shape;125;p2"/>
          <p:cNvSpPr/>
          <p:nvPr/>
        </p:nvSpPr>
        <p:spPr>
          <a:xfrm>
            <a:off x="13184134" y="3969401"/>
            <a:ext cx="2401062" cy="1869815"/>
          </a:xfrm>
          <a:custGeom>
            <a:rect b="b" l="l" r="r" t="t"/>
            <a:pathLst>
              <a:path extrusionOk="0" h="1869821" w="2401062">
                <a:moveTo>
                  <a:pt x="0" y="1869821"/>
                </a:moveTo>
                <a:lnTo>
                  <a:pt x="2401062" y="1869821"/>
                </a:lnTo>
                <a:lnTo>
                  <a:pt x="240106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grpSp>
        <p:nvGrpSpPr>
          <p:cNvPr id="126" name="Google Shape;126;p2"/>
          <p:cNvGrpSpPr/>
          <p:nvPr/>
        </p:nvGrpSpPr>
        <p:grpSpPr>
          <a:xfrm>
            <a:off x="14968496" y="5839260"/>
            <a:ext cx="3319532" cy="4447794"/>
            <a:chOff x="63500" y="63500"/>
            <a:chExt cx="3319526" cy="4447794"/>
          </a:xfrm>
        </p:grpSpPr>
        <p:sp>
          <p:nvSpPr>
            <p:cNvPr id="127" name="Google Shape;127;p2"/>
            <p:cNvSpPr/>
            <p:nvPr/>
          </p:nvSpPr>
          <p:spPr>
            <a:xfrm>
              <a:off x="1858518" y="63500"/>
              <a:ext cx="991743" cy="991743"/>
            </a:xfrm>
            <a:custGeom>
              <a:rect b="b" l="l" r="r" t="t"/>
              <a:pathLst>
                <a:path extrusionOk="0" h="991743" w="991743">
                  <a:moveTo>
                    <a:pt x="0" y="991743"/>
                  </a:moveTo>
                  <a:lnTo>
                    <a:pt x="991743" y="991743"/>
                  </a:lnTo>
                  <a:lnTo>
                    <a:pt x="9917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28" name="Google Shape;128;p2"/>
            <p:cNvSpPr/>
            <p:nvPr/>
          </p:nvSpPr>
          <p:spPr>
            <a:xfrm>
              <a:off x="63500" y="1027049"/>
              <a:ext cx="3319526" cy="3484245"/>
            </a:xfrm>
            <a:custGeom>
              <a:rect b="b" l="l" r="r" t="t"/>
              <a:pathLst>
                <a:path extrusionOk="0" h="3484245" w="3319526">
                  <a:moveTo>
                    <a:pt x="0" y="0"/>
                  </a:moveTo>
                  <a:lnTo>
                    <a:pt x="0" y="3484245"/>
                  </a:lnTo>
                  <a:lnTo>
                    <a:pt x="3319526" y="3484245"/>
                  </a:lnTo>
                  <a:lnTo>
                    <a:pt x="331952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29" name="Google Shape;129;p2"/>
            <p:cNvSpPr/>
            <p:nvPr/>
          </p:nvSpPr>
          <p:spPr>
            <a:xfrm>
              <a:off x="680212" y="1807210"/>
              <a:ext cx="2702814" cy="2704084"/>
            </a:xfrm>
            <a:custGeom>
              <a:rect b="b" l="l" r="r" t="t"/>
              <a:pathLst>
                <a:path extrusionOk="0" h="2704084" w="2702814">
                  <a:moveTo>
                    <a:pt x="0" y="0"/>
                  </a:moveTo>
                  <a:lnTo>
                    <a:pt x="0" y="2704084"/>
                  </a:lnTo>
                  <a:lnTo>
                    <a:pt x="2702814" y="2704084"/>
                  </a:lnTo>
                  <a:lnTo>
                    <a:pt x="270281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sp>
        <p:nvSpPr>
          <p:cNvPr id="130" name="Google Shape;130;p2"/>
          <p:cNvSpPr txBox="1"/>
          <p:nvPr/>
        </p:nvSpPr>
        <p:spPr>
          <a:xfrm>
            <a:off x="2444134" y="614809"/>
            <a:ext cx="15111300" cy="26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956" u="none" cap="none" strike="noStrike">
                <a:solidFill>
                  <a:srgbClr val="A24A11"/>
                </a:solidFill>
                <a:latin typeface="Orienta"/>
                <a:ea typeface="Orienta"/>
                <a:cs typeface="Orienta"/>
                <a:sym typeface="Orienta"/>
              </a:rPr>
              <a:t>K - Mean Cluster</a:t>
            </a:r>
            <a:endParaRPr/>
          </a:p>
          <a:p>
            <a:pPr indent="0" lvl="0" marL="0" rtl="0" algn="l">
              <a:lnSpc>
                <a:spcPct val="1393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608">
                <a:solidFill>
                  <a:srgbClr val="C77C42"/>
                </a:solidFill>
                <a:latin typeface="Carlito"/>
                <a:ea typeface="Carlito"/>
                <a:cs typeface="Carlito"/>
                <a:sym typeface="Carlito"/>
              </a:rPr>
              <a:t>K-Means</a:t>
            </a:r>
            <a:r>
              <a:rPr lang="en-US" sz="3608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3608">
                <a:solidFill>
                  <a:srgbClr val="C77C42"/>
                </a:solidFill>
                <a:latin typeface="Carlito"/>
                <a:ea typeface="Carlito"/>
                <a:cs typeface="Carlito"/>
                <a:sym typeface="Carlito"/>
              </a:rPr>
              <a:t>Clustering</a:t>
            </a:r>
            <a:r>
              <a:rPr lang="en-US" sz="3608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3608">
                <a:solidFill>
                  <a:srgbClr val="C77C42"/>
                </a:solidFill>
                <a:latin typeface="Carlito"/>
                <a:ea typeface="Carlito"/>
                <a:cs typeface="Carlito"/>
                <a:sym typeface="Carlito"/>
              </a:rPr>
              <a:t>is</a:t>
            </a:r>
            <a:r>
              <a:rPr lang="en-US" sz="3608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3608">
                <a:solidFill>
                  <a:srgbClr val="C77C42"/>
                </a:solidFill>
                <a:latin typeface="Carlito"/>
                <a:ea typeface="Carlito"/>
                <a:cs typeface="Carlito"/>
                <a:sym typeface="Carlito"/>
              </a:rPr>
              <a:t>an</a:t>
            </a:r>
            <a:r>
              <a:rPr lang="en-US" sz="3608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3608">
                <a:solidFill>
                  <a:srgbClr val="C77C42"/>
                </a:solidFill>
                <a:latin typeface="Carlito"/>
                <a:ea typeface="Carlito"/>
                <a:cs typeface="Carlito"/>
                <a:sym typeface="Carlito"/>
              </a:rPr>
              <a:t>Unsupervised</a:t>
            </a:r>
            <a:r>
              <a:rPr lang="en-US" sz="3608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3608">
                <a:solidFill>
                  <a:srgbClr val="C77C42"/>
                </a:solidFill>
                <a:latin typeface="Carlito"/>
                <a:ea typeface="Carlito"/>
                <a:cs typeface="Carlito"/>
                <a:sym typeface="Carlito"/>
              </a:rPr>
              <a:t>Machine</a:t>
            </a:r>
            <a:r>
              <a:rPr lang="en-US" sz="3608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3608">
                <a:solidFill>
                  <a:srgbClr val="C77C42"/>
                </a:solidFill>
                <a:latin typeface="Carlito"/>
                <a:ea typeface="Carlito"/>
                <a:cs typeface="Carlito"/>
                <a:sym typeface="Carlito"/>
              </a:rPr>
              <a:t>Learning</a:t>
            </a:r>
            <a:r>
              <a:rPr lang="en-US" sz="3608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3608">
                <a:solidFill>
                  <a:srgbClr val="C77C42"/>
                </a:solidFill>
                <a:latin typeface="Carlito"/>
                <a:ea typeface="Carlito"/>
                <a:cs typeface="Carlito"/>
                <a:sym typeface="Carlito"/>
              </a:rPr>
              <a:t>algorithm</a:t>
            </a:r>
            <a:r>
              <a:rPr lang="en-US" sz="3608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3608">
                <a:solidFill>
                  <a:srgbClr val="C77C42"/>
                </a:solidFill>
                <a:latin typeface="Carlito"/>
                <a:ea typeface="Carlito"/>
                <a:cs typeface="Carlito"/>
                <a:sym typeface="Carlito"/>
              </a:rPr>
              <a:t>which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45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956">
              <a:solidFill>
                <a:srgbClr val="A24A11"/>
              </a:solidFill>
              <a:latin typeface="Orienta"/>
              <a:ea typeface="Orienta"/>
              <a:cs typeface="Orienta"/>
              <a:sym typeface="Orienta"/>
            </a:endParaRPr>
          </a:p>
          <a:p>
            <a:pPr indent="0" lvl="0" marL="0" marR="0" rtl="0" algn="ctr">
              <a:lnSpc>
                <a:spcPct val="1393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4081767" y="1631204"/>
            <a:ext cx="105670" cy="1041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8" u="none" cap="none" strike="noStrike">
                <a:solidFill>
                  <a:srgbClr val="C77C42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2444125" y="2160408"/>
            <a:ext cx="15111300" cy="13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3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8" u="none" cap="none" strike="noStrike">
                <a:solidFill>
                  <a:srgbClr val="C77C42"/>
                </a:solidFill>
                <a:latin typeface="Carlito"/>
                <a:ea typeface="Carlito"/>
                <a:cs typeface="Carlito"/>
                <a:sym typeface="Carlito"/>
              </a:rPr>
              <a:t>groups unlabeled dataset into different clusters.It is used to organize data into groups based on their similarity.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1227144" y="4055459"/>
            <a:ext cx="3709187" cy="1217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60" u="none" cap="none" strike="noStrike">
                <a:solidFill>
                  <a:srgbClr val="A24A11"/>
                </a:solidFill>
                <a:latin typeface="Orienta"/>
                <a:ea typeface="Orienta"/>
                <a:cs typeface="Orienta"/>
                <a:sym typeface="Orienta"/>
              </a:rPr>
              <a:t>Example</a:t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10550919" y="5709190"/>
            <a:ext cx="1725435" cy="602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Medium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12447289" y="7742177"/>
            <a:ext cx="1178595" cy="602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Short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14026582" y="4639075"/>
            <a:ext cx="730472" cy="602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Tall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E9DC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"/>
          <p:cNvSpPr/>
          <p:nvPr/>
        </p:nvSpPr>
        <p:spPr>
          <a:xfrm>
            <a:off x="330451" y="2505770"/>
            <a:ext cx="1103376" cy="1103379"/>
          </a:xfrm>
          <a:custGeom>
            <a:rect b="b" l="l" r="r" t="t"/>
            <a:pathLst>
              <a:path extrusionOk="0" h="1103376" w="1103376">
                <a:moveTo>
                  <a:pt x="551688" y="0"/>
                </a:moveTo>
                <a:cubicBezTo>
                  <a:pt x="535686" y="522478"/>
                  <a:pt x="522478" y="535686"/>
                  <a:pt x="0" y="551688"/>
                </a:cubicBezTo>
                <a:cubicBezTo>
                  <a:pt x="522478" y="567690"/>
                  <a:pt x="535686" y="580898"/>
                  <a:pt x="551688" y="1103376"/>
                </a:cubicBezTo>
                <a:cubicBezTo>
                  <a:pt x="567690" y="580390"/>
                  <a:pt x="580898" y="567690"/>
                  <a:pt x="1103376" y="551688"/>
                </a:cubicBezTo>
                <a:cubicBezTo>
                  <a:pt x="580898" y="535686"/>
                  <a:pt x="567690" y="522478"/>
                  <a:pt x="551688" y="0"/>
                </a:cubicBezTo>
                <a:close/>
              </a:path>
            </a:pathLst>
          </a:custGeom>
          <a:solidFill>
            <a:srgbClr val="C77C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132778" y="5293452"/>
            <a:ext cx="2525173" cy="1992592"/>
          </a:xfrm>
          <a:custGeom>
            <a:rect b="b" l="l" r="r" t="t"/>
            <a:pathLst>
              <a:path extrusionOk="0" h="1992592" w="2525173">
                <a:moveTo>
                  <a:pt x="0" y="0"/>
                </a:moveTo>
                <a:lnTo>
                  <a:pt x="2525173" y="0"/>
                </a:lnTo>
                <a:lnTo>
                  <a:pt x="2525173" y="1992592"/>
                </a:lnTo>
                <a:lnTo>
                  <a:pt x="0" y="1992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3"/>
          <p:cNvSpPr/>
          <p:nvPr/>
        </p:nvSpPr>
        <p:spPr>
          <a:xfrm>
            <a:off x="1761020" y="7326249"/>
            <a:ext cx="2525173" cy="1992592"/>
          </a:xfrm>
          <a:custGeom>
            <a:rect b="b" l="l" r="r" t="t"/>
            <a:pathLst>
              <a:path extrusionOk="0" h="1992592" w="2525173">
                <a:moveTo>
                  <a:pt x="0" y="0"/>
                </a:moveTo>
                <a:lnTo>
                  <a:pt x="2525173" y="0"/>
                </a:lnTo>
                <a:lnTo>
                  <a:pt x="2525173" y="1992592"/>
                </a:lnTo>
                <a:lnTo>
                  <a:pt x="0" y="1992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4" name="Google Shape;144;p3"/>
          <p:cNvGrpSpPr/>
          <p:nvPr/>
        </p:nvGrpSpPr>
        <p:grpSpPr>
          <a:xfrm>
            <a:off x="-17" y="-140"/>
            <a:ext cx="4661913" cy="2276729"/>
            <a:chOff x="994537" y="1618234"/>
            <a:chExt cx="4661915" cy="2276729"/>
          </a:xfrm>
        </p:grpSpPr>
        <p:sp>
          <p:nvSpPr>
            <p:cNvPr id="145" name="Google Shape;145;p3"/>
            <p:cNvSpPr/>
            <p:nvPr/>
          </p:nvSpPr>
          <p:spPr>
            <a:xfrm>
              <a:off x="994537" y="1618361"/>
              <a:ext cx="4661915" cy="2276602"/>
            </a:xfrm>
            <a:custGeom>
              <a:rect b="b" l="l" r="r" t="t"/>
              <a:pathLst>
                <a:path extrusionOk="0" h="2276602" w="4661915">
                  <a:moveTo>
                    <a:pt x="0" y="0"/>
                  </a:moveTo>
                  <a:lnTo>
                    <a:pt x="0" y="2204466"/>
                  </a:lnTo>
                  <a:cubicBezTo>
                    <a:pt x="128651" y="2252853"/>
                    <a:pt x="259715" y="2276602"/>
                    <a:pt x="394589" y="2276602"/>
                  </a:cubicBezTo>
                  <a:cubicBezTo>
                    <a:pt x="437007" y="2276602"/>
                    <a:pt x="479806" y="2274189"/>
                    <a:pt x="522986" y="2269617"/>
                  </a:cubicBezTo>
                  <a:cubicBezTo>
                    <a:pt x="746506" y="2245360"/>
                    <a:pt x="941197" y="2159508"/>
                    <a:pt x="1106043" y="2008251"/>
                  </a:cubicBezTo>
                  <a:cubicBezTo>
                    <a:pt x="1214628" y="1908302"/>
                    <a:pt x="1314069" y="1798828"/>
                    <a:pt x="1410208" y="1686814"/>
                  </a:cubicBezTo>
                  <a:cubicBezTo>
                    <a:pt x="1546225" y="1528445"/>
                    <a:pt x="1689862" y="1377569"/>
                    <a:pt x="1858010" y="1252474"/>
                  </a:cubicBezTo>
                  <a:cubicBezTo>
                    <a:pt x="2009267" y="1139825"/>
                    <a:pt x="2174367" y="1050163"/>
                    <a:pt x="2361438" y="1019048"/>
                  </a:cubicBezTo>
                  <a:cubicBezTo>
                    <a:pt x="2465324" y="1001776"/>
                    <a:pt x="2569337" y="992124"/>
                    <a:pt x="2673604" y="992124"/>
                  </a:cubicBezTo>
                  <a:cubicBezTo>
                    <a:pt x="2784475" y="992124"/>
                    <a:pt x="2895600" y="1003046"/>
                    <a:pt x="3007360" y="1027557"/>
                  </a:cubicBezTo>
                  <a:cubicBezTo>
                    <a:pt x="3145536" y="1057783"/>
                    <a:pt x="3285617" y="1079373"/>
                    <a:pt x="3427857" y="1079373"/>
                  </a:cubicBezTo>
                  <a:cubicBezTo>
                    <a:pt x="3476497" y="1079373"/>
                    <a:pt x="3525393" y="1076833"/>
                    <a:pt x="3574541" y="1071372"/>
                  </a:cubicBezTo>
                  <a:cubicBezTo>
                    <a:pt x="3898264" y="1034923"/>
                    <a:pt x="4158995" y="892429"/>
                    <a:pt x="4359401" y="636778"/>
                  </a:cubicBezTo>
                  <a:cubicBezTo>
                    <a:pt x="4507737" y="447167"/>
                    <a:pt x="4601971" y="231521"/>
                    <a:pt x="4661915" y="0"/>
                  </a:cubicBezTo>
                  <a:close/>
                </a:path>
              </a:pathLst>
            </a:custGeom>
            <a:solidFill>
              <a:srgbClr val="A24A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994537" y="1618234"/>
              <a:ext cx="3563238" cy="1833118"/>
            </a:xfrm>
            <a:custGeom>
              <a:rect b="b" l="l" r="r" t="t"/>
              <a:pathLst>
                <a:path extrusionOk="0" h="1833118" w="3563238">
                  <a:moveTo>
                    <a:pt x="364109" y="808482"/>
                  </a:moveTo>
                  <a:cubicBezTo>
                    <a:pt x="390398" y="808482"/>
                    <a:pt x="416560" y="810514"/>
                    <a:pt x="442468" y="814705"/>
                  </a:cubicBezTo>
                  <a:cubicBezTo>
                    <a:pt x="564896" y="834517"/>
                    <a:pt x="675132" y="903224"/>
                    <a:pt x="753237" y="998855"/>
                  </a:cubicBezTo>
                  <a:cubicBezTo>
                    <a:pt x="831469" y="1094613"/>
                    <a:pt x="886841" y="1222629"/>
                    <a:pt x="878078" y="1348105"/>
                  </a:cubicBezTo>
                  <a:cubicBezTo>
                    <a:pt x="873633" y="1411732"/>
                    <a:pt x="850138" y="1476375"/>
                    <a:pt x="798576" y="1516761"/>
                  </a:cubicBezTo>
                  <a:cubicBezTo>
                    <a:pt x="759333" y="1547495"/>
                    <a:pt x="710438" y="1560449"/>
                    <a:pt x="661162" y="1560449"/>
                  </a:cubicBezTo>
                  <a:cubicBezTo>
                    <a:pt x="656336" y="1560449"/>
                    <a:pt x="651383" y="1560322"/>
                    <a:pt x="646557" y="1560068"/>
                  </a:cubicBezTo>
                  <a:cubicBezTo>
                    <a:pt x="529971" y="1554099"/>
                    <a:pt x="424434" y="1488440"/>
                    <a:pt x="346075" y="1405509"/>
                  </a:cubicBezTo>
                  <a:cubicBezTo>
                    <a:pt x="207137" y="1258443"/>
                    <a:pt x="139573" y="1034161"/>
                    <a:pt x="195580" y="838073"/>
                  </a:cubicBezTo>
                  <a:cubicBezTo>
                    <a:pt x="249301" y="818388"/>
                    <a:pt x="306832" y="808355"/>
                    <a:pt x="364109" y="808355"/>
                  </a:cubicBezTo>
                  <a:close/>
                  <a:moveTo>
                    <a:pt x="1661668" y="127"/>
                  </a:moveTo>
                  <a:cubicBezTo>
                    <a:pt x="1689354" y="126111"/>
                    <a:pt x="1752219" y="248031"/>
                    <a:pt x="1823847" y="353822"/>
                  </a:cubicBezTo>
                  <a:cubicBezTo>
                    <a:pt x="1973326" y="574294"/>
                    <a:pt x="2168906" y="781939"/>
                    <a:pt x="2419604" y="884809"/>
                  </a:cubicBezTo>
                  <a:cubicBezTo>
                    <a:pt x="2477897" y="908685"/>
                    <a:pt x="2539111" y="926592"/>
                    <a:pt x="2601468" y="937641"/>
                  </a:cubicBezTo>
                  <a:lnTo>
                    <a:pt x="2601468" y="937641"/>
                  </a:lnTo>
                  <a:cubicBezTo>
                    <a:pt x="2541397" y="1155446"/>
                    <a:pt x="2441194" y="1362456"/>
                    <a:pt x="2304288" y="1542288"/>
                  </a:cubicBezTo>
                  <a:cubicBezTo>
                    <a:pt x="2226945" y="1643888"/>
                    <a:pt x="2135251" y="1753235"/>
                    <a:pt x="2008759" y="1792097"/>
                  </a:cubicBezTo>
                  <a:cubicBezTo>
                    <a:pt x="1976882" y="1801876"/>
                    <a:pt x="1944497" y="1806321"/>
                    <a:pt x="1912112" y="1806321"/>
                  </a:cubicBezTo>
                  <a:cubicBezTo>
                    <a:pt x="1825244" y="1806321"/>
                    <a:pt x="1739138" y="1774063"/>
                    <a:pt x="1666494" y="1726184"/>
                  </a:cubicBezTo>
                  <a:cubicBezTo>
                    <a:pt x="1435608" y="1574165"/>
                    <a:pt x="1369060" y="1291971"/>
                    <a:pt x="1287526" y="1045718"/>
                  </a:cubicBezTo>
                  <a:cubicBezTo>
                    <a:pt x="1213485" y="821944"/>
                    <a:pt x="1099312" y="569341"/>
                    <a:pt x="864997" y="475742"/>
                  </a:cubicBezTo>
                  <a:cubicBezTo>
                    <a:pt x="809752" y="453644"/>
                    <a:pt x="751586" y="443357"/>
                    <a:pt x="693420" y="443357"/>
                  </a:cubicBezTo>
                  <a:cubicBezTo>
                    <a:pt x="535686" y="443357"/>
                    <a:pt x="377571" y="518795"/>
                    <a:pt x="274320" y="637921"/>
                  </a:cubicBezTo>
                  <a:cubicBezTo>
                    <a:pt x="227965" y="691515"/>
                    <a:pt x="195199" y="752475"/>
                    <a:pt x="175133" y="817118"/>
                  </a:cubicBezTo>
                  <a:cubicBezTo>
                    <a:pt x="162814" y="821944"/>
                    <a:pt x="150749" y="827278"/>
                    <a:pt x="138811" y="833247"/>
                  </a:cubicBezTo>
                  <a:cubicBezTo>
                    <a:pt x="83058" y="860679"/>
                    <a:pt x="37592" y="896620"/>
                    <a:pt x="0" y="938530"/>
                  </a:cubicBezTo>
                  <a:lnTo>
                    <a:pt x="0" y="938530"/>
                  </a:lnTo>
                  <a:lnTo>
                    <a:pt x="0" y="979551"/>
                  </a:lnTo>
                  <a:lnTo>
                    <a:pt x="0" y="979551"/>
                  </a:lnTo>
                  <a:cubicBezTo>
                    <a:pt x="26035" y="946785"/>
                    <a:pt x="56007" y="917321"/>
                    <a:pt x="90932" y="892556"/>
                  </a:cubicBezTo>
                  <a:cubicBezTo>
                    <a:pt x="114554" y="875919"/>
                    <a:pt x="139700" y="861695"/>
                    <a:pt x="165989" y="849884"/>
                  </a:cubicBezTo>
                  <a:cubicBezTo>
                    <a:pt x="132715" y="987044"/>
                    <a:pt x="153416" y="1137158"/>
                    <a:pt x="217424" y="1266063"/>
                  </a:cubicBezTo>
                  <a:cubicBezTo>
                    <a:pt x="267716" y="1367282"/>
                    <a:pt x="343789" y="1456690"/>
                    <a:pt x="439420" y="1517650"/>
                  </a:cubicBezTo>
                  <a:cubicBezTo>
                    <a:pt x="503301" y="1558417"/>
                    <a:pt x="582549" y="1587246"/>
                    <a:pt x="660400" y="1587246"/>
                  </a:cubicBezTo>
                  <a:cubicBezTo>
                    <a:pt x="689102" y="1587246"/>
                    <a:pt x="717550" y="1583309"/>
                    <a:pt x="744855" y="1574673"/>
                  </a:cubicBezTo>
                  <a:cubicBezTo>
                    <a:pt x="861822" y="1537589"/>
                    <a:pt x="910463" y="1418590"/>
                    <a:pt x="905002" y="1303782"/>
                  </a:cubicBezTo>
                  <a:cubicBezTo>
                    <a:pt x="899414" y="1185672"/>
                    <a:pt x="846582" y="1068832"/>
                    <a:pt x="771398" y="978916"/>
                  </a:cubicBezTo>
                  <a:cubicBezTo>
                    <a:pt x="696341" y="889000"/>
                    <a:pt x="595122" y="821309"/>
                    <a:pt x="480314" y="794639"/>
                  </a:cubicBezTo>
                  <a:cubicBezTo>
                    <a:pt x="442341" y="785876"/>
                    <a:pt x="403225" y="781431"/>
                    <a:pt x="364109" y="781431"/>
                  </a:cubicBezTo>
                  <a:cubicBezTo>
                    <a:pt x="310388" y="781431"/>
                    <a:pt x="256667" y="789686"/>
                    <a:pt x="205613" y="806069"/>
                  </a:cubicBezTo>
                  <a:cubicBezTo>
                    <a:pt x="212598" y="786638"/>
                    <a:pt x="220980" y="767461"/>
                    <a:pt x="230632" y="748919"/>
                  </a:cubicBezTo>
                  <a:cubicBezTo>
                    <a:pt x="316992" y="582295"/>
                    <a:pt x="504571" y="469900"/>
                    <a:pt x="692277" y="469900"/>
                  </a:cubicBezTo>
                  <a:cubicBezTo>
                    <a:pt x="731012" y="469900"/>
                    <a:pt x="769874" y="474726"/>
                    <a:pt x="807720" y="484759"/>
                  </a:cubicBezTo>
                  <a:cubicBezTo>
                    <a:pt x="1061847" y="552450"/>
                    <a:pt x="1185037" y="823595"/>
                    <a:pt x="1260602" y="1051052"/>
                  </a:cubicBezTo>
                  <a:cubicBezTo>
                    <a:pt x="1341882" y="1295654"/>
                    <a:pt x="1407541" y="1572133"/>
                    <a:pt x="1628013" y="1732153"/>
                  </a:cubicBezTo>
                  <a:cubicBezTo>
                    <a:pt x="1709674" y="1791462"/>
                    <a:pt x="1808861" y="1833118"/>
                    <a:pt x="1910588" y="1833118"/>
                  </a:cubicBezTo>
                  <a:cubicBezTo>
                    <a:pt x="1926336" y="1833118"/>
                    <a:pt x="1942211" y="1832102"/>
                    <a:pt x="1957959" y="1830070"/>
                  </a:cubicBezTo>
                  <a:cubicBezTo>
                    <a:pt x="2085975" y="1813179"/>
                    <a:pt x="2185288" y="1726311"/>
                    <a:pt x="2266188" y="1631569"/>
                  </a:cubicBezTo>
                  <a:cubicBezTo>
                    <a:pt x="2436241" y="1432433"/>
                    <a:pt x="2558415" y="1193673"/>
                    <a:pt x="2627757" y="941578"/>
                  </a:cubicBezTo>
                  <a:lnTo>
                    <a:pt x="2627757" y="941578"/>
                  </a:lnTo>
                  <a:cubicBezTo>
                    <a:pt x="2666872" y="947293"/>
                    <a:pt x="2706370" y="950214"/>
                    <a:pt x="2745613" y="950214"/>
                  </a:cubicBezTo>
                  <a:cubicBezTo>
                    <a:pt x="2884043" y="950214"/>
                    <a:pt x="3021076" y="913892"/>
                    <a:pt x="3137153" y="832104"/>
                  </a:cubicBezTo>
                  <a:cubicBezTo>
                    <a:pt x="3343909" y="686435"/>
                    <a:pt x="3455288" y="438150"/>
                    <a:pt x="3520058" y="201168"/>
                  </a:cubicBezTo>
                  <a:cubicBezTo>
                    <a:pt x="3538093" y="135001"/>
                    <a:pt x="3552443" y="67818"/>
                    <a:pt x="3563238" y="0"/>
                  </a:cubicBezTo>
                  <a:lnTo>
                    <a:pt x="3536441" y="0"/>
                  </a:lnTo>
                  <a:cubicBezTo>
                    <a:pt x="3505326" y="200152"/>
                    <a:pt x="3442843" y="399161"/>
                    <a:pt x="3338195" y="570865"/>
                  </a:cubicBezTo>
                  <a:cubicBezTo>
                    <a:pt x="3272028" y="679450"/>
                    <a:pt x="3184652" y="776986"/>
                    <a:pt x="3073654" y="840994"/>
                  </a:cubicBezTo>
                  <a:cubicBezTo>
                    <a:pt x="2974213" y="898271"/>
                    <a:pt x="2859786" y="924052"/>
                    <a:pt x="2745613" y="924052"/>
                  </a:cubicBezTo>
                  <a:cubicBezTo>
                    <a:pt x="2733421" y="924052"/>
                    <a:pt x="2721229" y="923798"/>
                    <a:pt x="2708910" y="923163"/>
                  </a:cubicBezTo>
                  <a:cubicBezTo>
                    <a:pt x="2683891" y="922020"/>
                    <a:pt x="2659126" y="919607"/>
                    <a:pt x="2634615" y="916051"/>
                  </a:cubicBezTo>
                  <a:lnTo>
                    <a:pt x="2634615" y="916051"/>
                  </a:lnTo>
                  <a:cubicBezTo>
                    <a:pt x="2701544" y="658114"/>
                    <a:pt x="2713228" y="384937"/>
                    <a:pt x="2663317" y="122936"/>
                  </a:cubicBezTo>
                  <a:cubicBezTo>
                    <a:pt x="2655570" y="82423"/>
                    <a:pt x="2646299" y="41148"/>
                    <a:pt x="2635123" y="0"/>
                  </a:cubicBezTo>
                  <a:lnTo>
                    <a:pt x="2607437" y="0"/>
                  </a:lnTo>
                  <a:cubicBezTo>
                    <a:pt x="2608453" y="3429"/>
                    <a:pt x="2609342" y="6858"/>
                    <a:pt x="2610231" y="10287"/>
                  </a:cubicBezTo>
                  <a:cubicBezTo>
                    <a:pt x="2680208" y="269875"/>
                    <a:pt x="2684145" y="546608"/>
                    <a:pt x="2631440" y="809752"/>
                  </a:cubicBezTo>
                  <a:cubicBezTo>
                    <a:pt x="2624582" y="844042"/>
                    <a:pt x="2616708" y="878078"/>
                    <a:pt x="2607945" y="911860"/>
                  </a:cubicBezTo>
                  <a:lnTo>
                    <a:pt x="2607945" y="911860"/>
                  </a:lnTo>
                  <a:cubicBezTo>
                    <a:pt x="2378837" y="870966"/>
                    <a:pt x="2178685" y="732536"/>
                    <a:pt x="2021586" y="562102"/>
                  </a:cubicBezTo>
                  <a:cubicBezTo>
                    <a:pt x="1929638" y="462406"/>
                    <a:pt x="1846199" y="351028"/>
                    <a:pt x="1779778" y="232537"/>
                  </a:cubicBezTo>
                  <a:cubicBezTo>
                    <a:pt x="1739011" y="160019"/>
                    <a:pt x="1705229" y="81534"/>
                    <a:pt x="1687068" y="0"/>
                  </a:cubicBezTo>
                  <a:close/>
                </a:path>
              </a:pathLst>
            </a:custGeom>
            <a:solidFill>
              <a:srgbClr val="F2B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" name="Google Shape;147;p3"/>
          <p:cNvSpPr/>
          <p:nvPr/>
        </p:nvSpPr>
        <p:spPr>
          <a:xfrm>
            <a:off x="3120590" y="4119353"/>
            <a:ext cx="2525173" cy="1992592"/>
          </a:xfrm>
          <a:custGeom>
            <a:rect b="b" l="l" r="r" t="t"/>
            <a:pathLst>
              <a:path extrusionOk="0" h="1992592" w="2525173">
                <a:moveTo>
                  <a:pt x="0" y="0"/>
                </a:moveTo>
                <a:lnTo>
                  <a:pt x="2525173" y="0"/>
                </a:lnTo>
                <a:lnTo>
                  <a:pt x="2525173" y="1992592"/>
                </a:lnTo>
                <a:lnTo>
                  <a:pt x="0" y="1992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8" name="Google Shape;148;p3"/>
          <p:cNvGrpSpPr/>
          <p:nvPr/>
        </p:nvGrpSpPr>
        <p:grpSpPr>
          <a:xfrm>
            <a:off x="15482862" y="7359802"/>
            <a:ext cx="2805182" cy="2927350"/>
            <a:chOff x="66040" y="63500"/>
            <a:chExt cx="2805176" cy="2927350"/>
          </a:xfrm>
        </p:grpSpPr>
        <p:sp>
          <p:nvSpPr>
            <p:cNvPr id="149" name="Google Shape;149;p3"/>
            <p:cNvSpPr/>
            <p:nvPr/>
          </p:nvSpPr>
          <p:spPr>
            <a:xfrm>
              <a:off x="66040" y="63500"/>
              <a:ext cx="2805176" cy="2927223"/>
            </a:xfrm>
            <a:custGeom>
              <a:rect b="b" l="l" r="r" t="t"/>
              <a:pathLst>
                <a:path extrusionOk="0" h="2927223" w="2805176">
                  <a:moveTo>
                    <a:pt x="2305558" y="0"/>
                  </a:moveTo>
                  <a:cubicBezTo>
                    <a:pt x="2279015" y="0"/>
                    <a:pt x="2251837" y="762"/>
                    <a:pt x="2224151" y="2413"/>
                  </a:cubicBezTo>
                  <a:cubicBezTo>
                    <a:pt x="1677543" y="34163"/>
                    <a:pt x="1384554" y="345186"/>
                    <a:pt x="1345311" y="935228"/>
                  </a:cubicBezTo>
                  <a:cubicBezTo>
                    <a:pt x="1306068" y="1525270"/>
                    <a:pt x="1029970" y="1967611"/>
                    <a:pt x="516890" y="2261870"/>
                  </a:cubicBezTo>
                  <a:cubicBezTo>
                    <a:pt x="195072" y="2446401"/>
                    <a:pt x="22860" y="2668270"/>
                    <a:pt x="0" y="2927223"/>
                  </a:cubicBezTo>
                  <a:lnTo>
                    <a:pt x="2805176" y="2927223"/>
                  </a:lnTo>
                  <a:lnTo>
                    <a:pt x="2805176" y="133350"/>
                  </a:lnTo>
                  <a:lnTo>
                    <a:pt x="2805176" y="133350"/>
                  </a:lnTo>
                  <a:cubicBezTo>
                    <a:pt x="2669413" y="44450"/>
                    <a:pt x="2502916" y="0"/>
                    <a:pt x="2305558" y="0"/>
                  </a:cubicBezTo>
                  <a:close/>
                </a:path>
              </a:pathLst>
            </a:custGeom>
            <a:solidFill>
              <a:srgbClr val="A24A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804926" y="1195959"/>
              <a:ext cx="2066290" cy="1794891"/>
            </a:xfrm>
            <a:custGeom>
              <a:rect b="b" l="l" r="r" t="t"/>
              <a:pathLst>
                <a:path extrusionOk="0" h="1794891" w="2066290">
                  <a:moveTo>
                    <a:pt x="2066290" y="0"/>
                  </a:moveTo>
                  <a:cubicBezTo>
                    <a:pt x="1981835" y="1016"/>
                    <a:pt x="1899031" y="17526"/>
                    <a:pt x="1822196" y="58420"/>
                  </a:cubicBezTo>
                  <a:cubicBezTo>
                    <a:pt x="1696212" y="125603"/>
                    <a:pt x="1634109" y="252095"/>
                    <a:pt x="1580896" y="378206"/>
                  </a:cubicBezTo>
                  <a:cubicBezTo>
                    <a:pt x="1553083" y="444246"/>
                    <a:pt x="1525016" y="510159"/>
                    <a:pt x="1486154" y="570611"/>
                  </a:cubicBezTo>
                  <a:cubicBezTo>
                    <a:pt x="1449324" y="627888"/>
                    <a:pt x="1403985" y="680085"/>
                    <a:pt x="1353693" y="725805"/>
                  </a:cubicBezTo>
                  <a:cubicBezTo>
                    <a:pt x="1254252" y="816102"/>
                    <a:pt x="1131443" y="880872"/>
                    <a:pt x="1000760" y="911098"/>
                  </a:cubicBezTo>
                  <a:cubicBezTo>
                    <a:pt x="860933" y="943356"/>
                    <a:pt x="714121" y="929894"/>
                    <a:pt x="577469" y="978789"/>
                  </a:cubicBezTo>
                  <a:cubicBezTo>
                    <a:pt x="440436" y="1027938"/>
                    <a:pt x="323723" y="1121537"/>
                    <a:pt x="218694" y="1219962"/>
                  </a:cubicBezTo>
                  <a:cubicBezTo>
                    <a:pt x="117094" y="1315212"/>
                    <a:pt x="24765" y="1431163"/>
                    <a:pt x="8509" y="1573911"/>
                  </a:cubicBezTo>
                  <a:cubicBezTo>
                    <a:pt x="0" y="1648587"/>
                    <a:pt x="10160" y="1724279"/>
                    <a:pt x="35433" y="1794637"/>
                  </a:cubicBezTo>
                  <a:lnTo>
                    <a:pt x="83566" y="1794637"/>
                  </a:lnTo>
                  <a:cubicBezTo>
                    <a:pt x="64008" y="1745488"/>
                    <a:pt x="53086" y="1693418"/>
                    <a:pt x="51308" y="1640332"/>
                  </a:cubicBezTo>
                  <a:cubicBezTo>
                    <a:pt x="46863" y="1506982"/>
                    <a:pt x="113411" y="1393571"/>
                    <a:pt x="203200" y="1299337"/>
                  </a:cubicBezTo>
                  <a:cubicBezTo>
                    <a:pt x="299720" y="1197991"/>
                    <a:pt x="414655" y="1100201"/>
                    <a:pt x="542798" y="1041908"/>
                  </a:cubicBezTo>
                  <a:cubicBezTo>
                    <a:pt x="606933" y="1012698"/>
                    <a:pt x="674370" y="996696"/>
                    <a:pt x="743966" y="988314"/>
                  </a:cubicBezTo>
                  <a:cubicBezTo>
                    <a:pt x="812673" y="980059"/>
                    <a:pt x="881888" y="977265"/>
                    <a:pt x="950214" y="966724"/>
                  </a:cubicBezTo>
                  <a:cubicBezTo>
                    <a:pt x="1078738" y="947039"/>
                    <a:pt x="1201420" y="897001"/>
                    <a:pt x="1307211" y="821309"/>
                  </a:cubicBezTo>
                  <a:cubicBezTo>
                    <a:pt x="1411732" y="746633"/>
                    <a:pt x="1499616" y="648589"/>
                    <a:pt x="1559687" y="534924"/>
                  </a:cubicBezTo>
                  <a:cubicBezTo>
                    <a:pt x="1625346" y="410845"/>
                    <a:pt x="1658112" y="263271"/>
                    <a:pt x="1759712" y="161036"/>
                  </a:cubicBezTo>
                  <a:cubicBezTo>
                    <a:pt x="1843151" y="77089"/>
                    <a:pt x="1952498" y="47498"/>
                    <a:pt x="2066290" y="46228"/>
                  </a:cubicBezTo>
                  <a:lnTo>
                    <a:pt x="2066290" y="46228"/>
                  </a:lnTo>
                  <a:lnTo>
                    <a:pt x="2066290" y="0"/>
                  </a:lnTo>
                  <a:close/>
                  <a:moveTo>
                    <a:pt x="845693" y="1557020"/>
                  </a:moveTo>
                  <a:cubicBezTo>
                    <a:pt x="791972" y="1557020"/>
                    <a:pt x="736854" y="1570990"/>
                    <a:pt x="690245" y="1593723"/>
                  </a:cubicBezTo>
                  <a:cubicBezTo>
                    <a:pt x="625475" y="1625219"/>
                    <a:pt x="569341" y="1671828"/>
                    <a:pt x="514858" y="1718183"/>
                  </a:cubicBezTo>
                  <a:cubicBezTo>
                    <a:pt x="487680" y="1741424"/>
                    <a:pt x="460756" y="1766443"/>
                    <a:pt x="439166" y="1794764"/>
                  </a:cubicBezTo>
                  <a:lnTo>
                    <a:pt x="498856" y="1794764"/>
                  </a:lnTo>
                  <a:cubicBezTo>
                    <a:pt x="499618" y="1793875"/>
                    <a:pt x="500507" y="1793113"/>
                    <a:pt x="501269" y="1792224"/>
                  </a:cubicBezTo>
                  <a:cubicBezTo>
                    <a:pt x="549910" y="1742313"/>
                    <a:pt x="607695" y="1696466"/>
                    <a:pt x="666623" y="1659255"/>
                  </a:cubicBezTo>
                  <a:cubicBezTo>
                    <a:pt x="719328" y="1625854"/>
                    <a:pt x="778256" y="1601343"/>
                    <a:pt x="841248" y="1601343"/>
                  </a:cubicBezTo>
                  <a:cubicBezTo>
                    <a:pt x="844042" y="1601343"/>
                    <a:pt x="846836" y="1601343"/>
                    <a:pt x="849630" y="1601470"/>
                  </a:cubicBezTo>
                  <a:cubicBezTo>
                    <a:pt x="908050" y="1603502"/>
                    <a:pt x="968121" y="1628013"/>
                    <a:pt x="999617" y="1679321"/>
                  </a:cubicBezTo>
                  <a:cubicBezTo>
                    <a:pt x="1021207" y="1714373"/>
                    <a:pt x="1024636" y="1755394"/>
                    <a:pt x="1016508" y="1794891"/>
                  </a:cubicBezTo>
                  <a:lnTo>
                    <a:pt x="1062355" y="1794891"/>
                  </a:lnTo>
                  <a:cubicBezTo>
                    <a:pt x="1070991" y="1745869"/>
                    <a:pt x="1065022" y="1695577"/>
                    <a:pt x="1035558" y="1650619"/>
                  </a:cubicBezTo>
                  <a:cubicBezTo>
                    <a:pt x="991743" y="1583690"/>
                    <a:pt x="920115" y="1557147"/>
                    <a:pt x="845820" y="1557147"/>
                  </a:cubicBezTo>
                  <a:close/>
                </a:path>
              </a:pathLst>
            </a:custGeom>
            <a:solidFill>
              <a:srgbClr val="F2B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1" name="Google Shape;151;p3"/>
          <p:cNvSpPr/>
          <p:nvPr/>
        </p:nvSpPr>
        <p:spPr>
          <a:xfrm>
            <a:off x="16763457" y="5839263"/>
            <a:ext cx="990600" cy="990600"/>
          </a:xfrm>
          <a:custGeom>
            <a:rect b="b" l="l" r="r" t="t"/>
            <a:pathLst>
              <a:path extrusionOk="0" h="990600" w="990600">
                <a:moveTo>
                  <a:pt x="495300" y="0"/>
                </a:moveTo>
                <a:cubicBezTo>
                  <a:pt x="480949" y="469011"/>
                  <a:pt x="469011" y="480949"/>
                  <a:pt x="0" y="495300"/>
                </a:cubicBezTo>
                <a:cubicBezTo>
                  <a:pt x="469011" y="509651"/>
                  <a:pt x="480949" y="521589"/>
                  <a:pt x="495300" y="990600"/>
                </a:cubicBezTo>
                <a:cubicBezTo>
                  <a:pt x="509651" y="521081"/>
                  <a:pt x="521589" y="509651"/>
                  <a:pt x="990600" y="495300"/>
                </a:cubicBezTo>
                <a:cubicBezTo>
                  <a:pt x="521589" y="480949"/>
                  <a:pt x="509651" y="469011"/>
                  <a:pt x="495300" y="0"/>
                </a:cubicBezTo>
                <a:close/>
              </a:path>
            </a:pathLst>
          </a:custGeom>
          <a:solidFill>
            <a:srgbClr val="C77C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"/>
          <p:cNvSpPr/>
          <p:nvPr/>
        </p:nvSpPr>
        <p:spPr>
          <a:xfrm>
            <a:off x="195320" y="5355641"/>
            <a:ext cx="2401062" cy="1869815"/>
          </a:xfrm>
          <a:custGeom>
            <a:rect b="b" l="l" r="r" t="t"/>
            <a:pathLst>
              <a:path extrusionOk="0" h="1869821" w="2401062">
                <a:moveTo>
                  <a:pt x="0" y="1869821"/>
                </a:moveTo>
                <a:lnTo>
                  <a:pt x="2401062" y="1869821"/>
                </a:lnTo>
                <a:lnTo>
                  <a:pt x="240106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grpSp>
        <p:nvGrpSpPr>
          <p:cNvPr id="153" name="Google Shape;153;p3"/>
          <p:cNvGrpSpPr/>
          <p:nvPr/>
        </p:nvGrpSpPr>
        <p:grpSpPr>
          <a:xfrm>
            <a:off x="-3" y="-3"/>
            <a:ext cx="4693282" cy="3609337"/>
            <a:chOff x="63500" y="63500"/>
            <a:chExt cx="4693285" cy="3609340"/>
          </a:xfrm>
        </p:grpSpPr>
        <p:sp>
          <p:nvSpPr>
            <p:cNvPr id="154" name="Google Shape;154;p3"/>
            <p:cNvSpPr/>
            <p:nvPr/>
          </p:nvSpPr>
          <p:spPr>
            <a:xfrm>
              <a:off x="63500" y="63500"/>
              <a:ext cx="3858895" cy="2695575"/>
            </a:xfrm>
            <a:custGeom>
              <a:rect b="b" l="l" r="r" t="t"/>
              <a:pathLst>
                <a:path extrusionOk="0" h="2695575" w="3858895">
                  <a:moveTo>
                    <a:pt x="0" y="0"/>
                  </a:moveTo>
                  <a:lnTo>
                    <a:pt x="0" y="2695575"/>
                  </a:lnTo>
                  <a:lnTo>
                    <a:pt x="3858895" y="2695575"/>
                  </a:lnTo>
                  <a:lnTo>
                    <a:pt x="385889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55" name="Google Shape;155;p3"/>
            <p:cNvSpPr/>
            <p:nvPr/>
          </p:nvSpPr>
          <p:spPr>
            <a:xfrm>
              <a:off x="63500" y="63500"/>
              <a:ext cx="4693285" cy="2290318"/>
            </a:xfrm>
            <a:custGeom>
              <a:rect b="b" l="l" r="r" t="t"/>
              <a:pathLst>
                <a:path extrusionOk="0" h="2290318" w="4693285">
                  <a:moveTo>
                    <a:pt x="0" y="0"/>
                  </a:moveTo>
                  <a:lnTo>
                    <a:pt x="0" y="2290318"/>
                  </a:lnTo>
                  <a:lnTo>
                    <a:pt x="4693285" y="2290318"/>
                  </a:lnTo>
                  <a:lnTo>
                    <a:pt x="469328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56" name="Google Shape;156;p3"/>
            <p:cNvSpPr/>
            <p:nvPr/>
          </p:nvSpPr>
          <p:spPr>
            <a:xfrm>
              <a:off x="393954" y="2569210"/>
              <a:ext cx="1103503" cy="1103630"/>
            </a:xfrm>
            <a:custGeom>
              <a:rect b="b" l="l" r="r" t="t"/>
              <a:pathLst>
                <a:path extrusionOk="0" h="1103630" w="1103503">
                  <a:moveTo>
                    <a:pt x="0" y="1103630"/>
                  </a:moveTo>
                  <a:lnTo>
                    <a:pt x="1103503" y="1103630"/>
                  </a:lnTo>
                  <a:lnTo>
                    <a:pt x="11035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sp>
        <p:nvSpPr>
          <p:cNvPr id="157" name="Google Shape;157;p3"/>
          <p:cNvSpPr/>
          <p:nvPr/>
        </p:nvSpPr>
        <p:spPr>
          <a:xfrm>
            <a:off x="1823561" y="7388447"/>
            <a:ext cx="2401062" cy="1869815"/>
          </a:xfrm>
          <a:custGeom>
            <a:rect b="b" l="l" r="r" t="t"/>
            <a:pathLst>
              <a:path extrusionOk="0" h="1869821" w="2401062">
                <a:moveTo>
                  <a:pt x="0" y="1869821"/>
                </a:moveTo>
                <a:lnTo>
                  <a:pt x="2401062" y="1869821"/>
                </a:lnTo>
                <a:lnTo>
                  <a:pt x="240106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58" name="Google Shape;158;p3"/>
          <p:cNvSpPr/>
          <p:nvPr/>
        </p:nvSpPr>
        <p:spPr>
          <a:xfrm>
            <a:off x="3183131" y="4181551"/>
            <a:ext cx="2401062" cy="1869815"/>
          </a:xfrm>
          <a:custGeom>
            <a:rect b="b" l="l" r="r" t="t"/>
            <a:pathLst>
              <a:path extrusionOk="0" h="1869821" w="2401062">
                <a:moveTo>
                  <a:pt x="0" y="1869821"/>
                </a:moveTo>
                <a:lnTo>
                  <a:pt x="2401062" y="1869821"/>
                </a:lnTo>
                <a:lnTo>
                  <a:pt x="240106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grpSp>
        <p:nvGrpSpPr>
          <p:cNvPr id="159" name="Google Shape;159;p3"/>
          <p:cNvGrpSpPr/>
          <p:nvPr/>
        </p:nvGrpSpPr>
        <p:grpSpPr>
          <a:xfrm>
            <a:off x="14968496" y="5839260"/>
            <a:ext cx="3319532" cy="4447794"/>
            <a:chOff x="63500" y="63500"/>
            <a:chExt cx="3319526" cy="4447794"/>
          </a:xfrm>
        </p:grpSpPr>
        <p:sp>
          <p:nvSpPr>
            <p:cNvPr id="160" name="Google Shape;160;p3"/>
            <p:cNvSpPr/>
            <p:nvPr/>
          </p:nvSpPr>
          <p:spPr>
            <a:xfrm>
              <a:off x="1858518" y="63500"/>
              <a:ext cx="991743" cy="991743"/>
            </a:xfrm>
            <a:custGeom>
              <a:rect b="b" l="l" r="r" t="t"/>
              <a:pathLst>
                <a:path extrusionOk="0" h="991743" w="991743">
                  <a:moveTo>
                    <a:pt x="0" y="991743"/>
                  </a:moveTo>
                  <a:lnTo>
                    <a:pt x="991743" y="991743"/>
                  </a:lnTo>
                  <a:lnTo>
                    <a:pt x="9917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61" name="Google Shape;161;p3"/>
            <p:cNvSpPr/>
            <p:nvPr/>
          </p:nvSpPr>
          <p:spPr>
            <a:xfrm>
              <a:off x="63500" y="1027049"/>
              <a:ext cx="3319526" cy="3484245"/>
            </a:xfrm>
            <a:custGeom>
              <a:rect b="b" l="l" r="r" t="t"/>
              <a:pathLst>
                <a:path extrusionOk="0" h="3484245" w="3319526">
                  <a:moveTo>
                    <a:pt x="0" y="0"/>
                  </a:moveTo>
                  <a:lnTo>
                    <a:pt x="0" y="3484245"/>
                  </a:lnTo>
                  <a:lnTo>
                    <a:pt x="3319526" y="3484245"/>
                  </a:lnTo>
                  <a:lnTo>
                    <a:pt x="331952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62" name="Google Shape;162;p3"/>
            <p:cNvSpPr/>
            <p:nvPr/>
          </p:nvSpPr>
          <p:spPr>
            <a:xfrm>
              <a:off x="680212" y="1807210"/>
              <a:ext cx="2702814" cy="2704084"/>
            </a:xfrm>
            <a:custGeom>
              <a:rect b="b" l="l" r="r" t="t"/>
              <a:pathLst>
                <a:path extrusionOk="0" h="2704084" w="2702814">
                  <a:moveTo>
                    <a:pt x="0" y="0"/>
                  </a:moveTo>
                  <a:lnTo>
                    <a:pt x="0" y="2704084"/>
                  </a:lnTo>
                  <a:lnTo>
                    <a:pt x="2702814" y="2704084"/>
                  </a:lnTo>
                  <a:lnTo>
                    <a:pt x="270281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sp>
        <p:nvSpPr>
          <p:cNvPr id="163" name="Google Shape;163;p3"/>
          <p:cNvSpPr txBox="1"/>
          <p:nvPr/>
        </p:nvSpPr>
        <p:spPr>
          <a:xfrm>
            <a:off x="5850674" y="5450757"/>
            <a:ext cx="2842127" cy="950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4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57" u="none" cap="none" strike="noStrike">
                <a:solidFill>
                  <a:srgbClr val="A24A11"/>
                </a:solidFill>
                <a:latin typeface="Orienta"/>
                <a:ea typeface="Orienta"/>
                <a:cs typeface="Orienta"/>
                <a:sym typeface="Orienta"/>
              </a:rPr>
              <a:t>Step - 1</a:t>
            </a:r>
            <a:endParaRPr/>
          </a:p>
        </p:txBody>
      </p:sp>
      <p:sp>
        <p:nvSpPr>
          <p:cNvPr id="164" name="Google Shape;164;p3"/>
          <p:cNvSpPr txBox="1"/>
          <p:nvPr/>
        </p:nvSpPr>
        <p:spPr>
          <a:xfrm>
            <a:off x="7476877" y="6274679"/>
            <a:ext cx="105670" cy="917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15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8" u="none" cap="none" strike="noStrike">
                <a:solidFill>
                  <a:srgbClr val="C77C42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endParaRPr/>
          </a:p>
        </p:txBody>
      </p:sp>
      <p:sp>
        <p:nvSpPr>
          <p:cNvPr id="165" name="Google Shape;165;p3"/>
          <p:cNvSpPr txBox="1"/>
          <p:nvPr/>
        </p:nvSpPr>
        <p:spPr>
          <a:xfrm>
            <a:off x="3183131" y="3245263"/>
            <a:ext cx="6192002" cy="660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8" u="none" cap="none" strike="noStrike">
                <a:solidFill>
                  <a:srgbClr val="C77C42"/>
                </a:solidFill>
                <a:latin typeface="Carlito"/>
                <a:ea typeface="Carlito"/>
                <a:cs typeface="Carlito"/>
                <a:sym typeface="Carlito"/>
              </a:rPr>
              <a:t>That’s where K-Means comes in!</a:t>
            </a:r>
            <a:endParaRPr/>
          </a:p>
        </p:txBody>
      </p:sp>
      <p:sp>
        <p:nvSpPr>
          <p:cNvPr id="166" name="Google Shape;166;p3"/>
          <p:cNvSpPr txBox="1"/>
          <p:nvPr/>
        </p:nvSpPr>
        <p:spPr>
          <a:xfrm>
            <a:off x="6185611" y="6531854"/>
            <a:ext cx="7193909" cy="660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3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8" u="none" cap="none" strike="noStrike">
                <a:solidFill>
                  <a:srgbClr val="C77C42"/>
                </a:solidFill>
                <a:latin typeface="Carlito"/>
                <a:ea typeface="Carlito"/>
                <a:cs typeface="Carlito"/>
                <a:sym typeface="Carlito"/>
              </a:rPr>
              <a:t>Step 1:Choose K (Number of clusters)</a:t>
            </a:r>
            <a:endParaRPr/>
          </a:p>
        </p:txBody>
      </p:sp>
      <p:sp>
        <p:nvSpPr>
          <p:cNvPr id="167" name="Google Shape;167;p3"/>
          <p:cNvSpPr txBox="1"/>
          <p:nvPr/>
        </p:nvSpPr>
        <p:spPr>
          <a:xfrm>
            <a:off x="6185611" y="7170029"/>
            <a:ext cx="9892455" cy="1298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3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8" u="none" cap="none" strike="noStrike">
                <a:solidFill>
                  <a:srgbClr val="C77C42"/>
                </a:solidFill>
                <a:latin typeface="Carlito"/>
                <a:ea typeface="Carlito"/>
                <a:cs typeface="Carlito"/>
                <a:sym typeface="Carlito"/>
              </a:rPr>
              <a:t>We decide how many clusters you want. Example: Let’s say K = 3 (short, medium, tall groups)</a:t>
            </a:r>
            <a:endParaRPr/>
          </a:p>
        </p:txBody>
      </p:sp>
      <p:sp>
        <p:nvSpPr>
          <p:cNvPr id="168" name="Google Shape;168;p3"/>
          <p:cNvSpPr txBox="1"/>
          <p:nvPr/>
        </p:nvSpPr>
        <p:spPr>
          <a:xfrm>
            <a:off x="3183131" y="1330738"/>
            <a:ext cx="13597200" cy="13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3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8" u="none" cap="none" strike="noStrike">
                <a:solidFill>
                  <a:srgbClr val="C77C42"/>
                </a:solidFill>
                <a:latin typeface="Carlito"/>
                <a:ea typeface="Carlito"/>
                <a:cs typeface="Carlito"/>
                <a:sym typeface="Carlito"/>
              </a:rPr>
              <a:t>We don't know before hand which student belongs to which group — We just have the height values.</a:t>
            </a:r>
            <a:endParaRPr/>
          </a:p>
        </p:txBody>
      </p:sp>
      <p:sp>
        <p:nvSpPr>
          <p:cNvPr id="169" name="Google Shape;169;p3"/>
          <p:cNvSpPr txBox="1"/>
          <p:nvPr/>
        </p:nvSpPr>
        <p:spPr>
          <a:xfrm>
            <a:off x="549916" y="5921340"/>
            <a:ext cx="1725435" cy="602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Medium</a:t>
            </a:r>
            <a:endParaRPr/>
          </a:p>
        </p:txBody>
      </p:sp>
      <p:sp>
        <p:nvSpPr>
          <p:cNvPr id="170" name="Google Shape;170;p3"/>
          <p:cNvSpPr txBox="1"/>
          <p:nvPr/>
        </p:nvSpPr>
        <p:spPr>
          <a:xfrm>
            <a:off x="2446287" y="7954318"/>
            <a:ext cx="1178595" cy="602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Short</a:t>
            </a:r>
            <a:endParaRPr/>
          </a:p>
        </p:txBody>
      </p:sp>
      <p:sp>
        <p:nvSpPr>
          <p:cNvPr id="171" name="Google Shape;171;p3"/>
          <p:cNvSpPr txBox="1"/>
          <p:nvPr/>
        </p:nvSpPr>
        <p:spPr>
          <a:xfrm>
            <a:off x="4025579" y="4851216"/>
            <a:ext cx="730472" cy="602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Tall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E9DC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"/>
          <p:cNvSpPr/>
          <p:nvPr/>
        </p:nvSpPr>
        <p:spPr>
          <a:xfrm>
            <a:off x="330451" y="2505770"/>
            <a:ext cx="1103376" cy="1103379"/>
          </a:xfrm>
          <a:custGeom>
            <a:rect b="b" l="l" r="r" t="t"/>
            <a:pathLst>
              <a:path extrusionOk="0" h="1103376" w="1103376">
                <a:moveTo>
                  <a:pt x="551688" y="0"/>
                </a:moveTo>
                <a:cubicBezTo>
                  <a:pt x="535686" y="522478"/>
                  <a:pt x="522478" y="535686"/>
                  <a:pt x="0" y="551688"/>
                </a:cubicBezTo>
                <a:cubicBezTo>
                  <a:pt x="522478" y="567690"/>
                  <a:pt x="535686" y="580898"/>
                  <a:pt x="551688" y="1103376"/>
                </a:cubicBezTo>
                <a:cubicBezTo>
                  <a:pt x="567690" y="580390"/>
                  <a:pt x="580898" y="567690"/>
                  <a:pt x="1103376" y="551688"/>
                </a:cubicBezTo>
                <a:cubicBezTo>
                  <a:pt x="580898" y="535686"/>
                  <a:pt x="567690" y="522478"/>
                  <a:pt x="551688" y="0"/>
                </a:cubicBezTo>
                <a:close/>
              </a:path>
            </a:pathLst>
          </a:custGeom>
          <a:solidFill>
            <a:srgbClr val="C77C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132778" y="5293452"/>
            <a:ext cx="2525173" cy="1992592"/>
          </a:xfrm>
          <a:custGeom>
            <a:rect b="b" l="l" r="r" t="t"/>
            <a:pathLst>
              <a:path extrusionOk="0" h="1992592" w="2525173">
                <a:moveTo>
                  <a:pt x="0" y="0"/>
                </a:moveTo>
                <a:lnTo>
                  <a:pt x="2525173" y="0"/>
                </a:lnTo>
                <a:lnTo>
                  <a:pt x="2525173" y="1992592"/>
                </a:lnTo>
                <a:lnTo>
                  <a:pt x="0" y="1992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4"/>
          <p:cNvSpPr/>
          <p:nvPr/>
        </p:nvSpPr>
        <p:spPr>
          <a:xfrm>
            <a:off x="1761020" y="7326249"/>
            <a:ext cx="2525173" cy="1992592"/>
          </a:xfrm>
          <a:custGeom>
            <a:rect b="b" l="l" r="r" t="t"/>
            <a:pathLst>
              <a:path extrusionOk="0" h="1992592" w="2525173">
                <a:moveTo>
                  <a:pt x="0" y="0"/>
                </a:moveTo>
                <a:lnTo>
                  <a:pt x="2525173" y="0"/>
                </a:lnTo>
                <a:lnTo>
                  <a:pt x="2525173" y="1992592"/>
                </a:lnTo>
                <a:lnTo>
                  <a:pt x="0" y="1992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9" name="Google Shape;179;p4"/>
          <p:cNvGrpSpPr/>
          <p:nvPr/>
        </p:nvGrpSpPr>
        <p:grpSpPr>
          <a:xfrm>
            <a:off x="-17" y="-140"/>
            <a:ext cx="4661913" cy="2276729"/>
            <a:chOff x="994537" y="1618234"/>
            <a:chExt cx="4661915" cy="2276729"/>
          </a:xfrm>
        </p:grpSpPr>
        <p:sp>
          <p:nvSpPr>
            <p:cNvPr id="180" name="Google Shape;180;p4"/>
            <p:cNvSpPr/>
            <p:nvPr/>
          </p:nvSpPr>
          <p:spPr>
            <a:xfrm>
              <a:off x="994537" y="1618361"/>
              <a:ext cx="4661915" cy="2276602"/>
            </a:xfrm>
            <a:custGeom>
              <a:rect b="b" l="l" r="r" t="t"/>
              <a:pathLst>
                <a:path extrusionOk="0" h="2276602" w="4661915">
                  <a:moveTo>
                    <a:pt x="0" y="0"/>
                  </a:moveTo>
                  <a:lnTo>
                    <a:pt x="0" y="2204466"/>
                  </a:lnTo>
                  <a:cubicBezTo>
                    <a:pt x="128651" y="2252853"/>
                    <a:pt x="259715" y="2276602"/>
                    <a:pt x="394589" y="2276602"/>
                  </a:cubicBezTo>
                  <a:cubicBezTo>
                    <a:pt x="437007" y="2276602"/>
                    <a:pt x="479806" y="2274189"/>
                    <a:pt x="522986" y="2269617"/>
                  </a:cubicBezTo>
                  <a:cubicBezTo>
                    <a:pt x="746506" y="2245360"/>
                    <a:pt x="941197" y="2159508"/>
                    <a:pt x="1106043" y="2008251"/>
                  </a:cubicBezTo>
                  <a:cubicBezTo>
                    <a:pt x="1214628" y="1908302"/>
                    <a:pt x="1314069" y="1798828"/>
                    <a:pt x="1410208" y="1686814"/>
                  </a:cubicBezTo>
                  <a:cubicBezTo>
                    <a:pt x="1546225" y="1528445"/>
                    <a:pt x="1689862" y="1377569"/>
                    <a:pt x="1858010" y="1252474"/>
                  </a:cubicBezTo>
                  <a:cubicBezTo>
                    <a:pt x="2009267" y="1139825"/>
                    <a:pt x="2174367" y="1050163"/>
                    <a:pt x="2361438" y="1019048"/>
                  </a:cubicBezTo>
                  <a:cubicBezTo>
                    <a:pt x="2465324" y="1001776"/>
                    <a:pt x="2569337" y="992124"/>
                    <a:pt x="2673604" y="992124"/>
                  </a:cubicBezTo>
                  <a:cubicBezTo>
                    <a:pt x="2784475" y="992124"/>
                    <a:pt x="2895600" y="1003046"/>
                    <a:pt x="3007360" y="1027557"/>
                  </a:cubicBezTo>
                  <a:cubicBezTo>
                    <a:pt x="3145536" y="1057783"/>
                    <a:pt x="3285617" y="1079373"/>
                    <a:pt x="3427857" y="1079373"/>
                  </a:cubicBezTo>
                  <a:cubicBezTo>
                    <a:pt x="3476497" y="1079373"/>
                    <a:pt x="3525393" y="1076833"/>
                    <a:pt x="3574541" y="1071372"/>
                  </a:cubicBezTo>
                  <a:cubicBezTo>
                    <a:pt x="3898264" y="1034923"/>
                    <a:pt x="4158995" y="892429"/>
                    <a:pt x="4359401" y="636778"/>
                  </a:cubicBezTo>
                  <a:cubicBezTo>
                    <a:pt x="4507737" y="447167"/>
                    <a:pt x="4601971" y="231521"/>
                    <a:pt x="4661915" y="0"/>
                  </a:cubicBezTo>
                  <a:close/>
                </a:path>
              </a:pathLst>
            </a:custGeom>
            <a:solidFill>
              <a:srgbClr val="A24A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994537" y="1618234"/>
              <a:ext cx="3563238" cy="1833118"/>
            </a:xfrm>
            <a:custGeom>
              <a:rect b="b" l="l" r="r" t="t"/>
              <a:pathLst>
                <a:path extrusionOk="0" h="1833118" w="3563238">
                  <a:moveTo>
                    <a:pt x="364109" y="808482"/>
                  </a:moveTo>
                  <a:cubicBezTo>
                    <a:pt x="390398" y="808482"/>
                    <a:pt x="416560" y="810514"/>
                    <a:pt x="442468" y="814705"/>
                  </a:cubicBezTo>
                  <a:cubicBezTo>
                    <a:pt x="564896" y="834517"/>
                    <a:pt x="675132" y="903224"/>
                    <a:pt x="753237" y="998855"/>
                  </a:cubicBezTo>
                  <a:cubicBezTo>
                    <a:pt x="831469" y="1094613"/>
                    <a:pt x="886841" y="1222629"/>
                    <a:pt x="878078" y="1348105"/>
                  </a:cubicBezTo>
                  <a:cubicBezTo>
                    <a:pt x="873633" y="1411732"/>
                    <a:pt x="850138" y="1476375"/>
                    <a:pt x="798576" y="1516761"/>
                  </a:cubicBezTo>
                  <a:cubicBezTo>
                    <a:pt x="759333" y="1547495"/>
                    <a:pt x="710438" y="1560449"/>
                    <a:pt x="661162" y="1560449"/>
                  </a:cubicBezTo>
                  <a:cubicBezTo>
                    <a:pt x="656336" y="1560449"/>
                    <a:pt x="651383" y="1560322"/>
                    <a:pt x="646557" y="1560068"/>
                  </a:cubicBezTo>
                  <a:cubicBezTo>
                    <a:pt x="529971" y="1554099"/>
                    <a:pt x="424434" y="1488440"/>
                    <a:pt x="346075" y="1405509"/>
                  </a:cubicBezTo>
                  <a:cubicBezTo>
                    <a:pt x="207137" y="1258443"/>
                    <a:pt x="139573" y="1034161"/>
                    <a:pt x="195580" y="838073"/>
                  </a:cubicBezTo>
                  <a:cubicBezTo>
                    <a:pt x="249301" y="818388"/>
                    <a:pt x="306832" y="808355"/>
                    <a:pt x="364109" y="808355"/>
                  </a:cubicBezTo>
                  <a:close/>
                  <a:moveTo>
                    <a:pt x="1661668" y="127"/>
                  </a:moveTo>
                  <a:cubicBezTo>
                    <a:pt x="1689354" y="126111"/>
                    <a:pt x="1752219" y="248031"/>
                    <a:pt x="1823847" y="353822"/>
                  </a:cubicBezTo>
                  <a:cubicBezTo>
                    <a:pt x="1973326" y="574294"/>
                    <a:pt x="2168906" y="781939"/>
                    <a:pt x="2419604" y="884809"/>
                  </a:cubicBezTo>
                  <a:cubicBezTo>
                    <a:pt x="2477897" y="908685"/>
                    <a:pt x="2539111" y="926592"/>
                    <a:pt x="2601468" y="937641"/>
                  </a:cubicBezTo>
                  <a:lnTo>
                    <a:pt x="2601468" y="937641"/>
                  </a:lnTo>
                  <a:cubicBezTo>
                    <a:pt x="2541397" y="1155446"/>
                    <a:pt x="2441194" y="1362456"/>
                    <a:pt x="2304288" y="1542288"/>
                  </a:cubicBezTo>
                  <a:cubicBezTo>
                    <a:pt x="2226945" y="1643888"/>
                    <a:pt x="2135251" y="1753235"/>
                    <a:pt x="2008759" y="1792097"/>
                  </a:cubicBezTo>
                  <a:cubicBezTo>
                    <a:pt x="1976882" y="1801876"/>
                    <a:pt x="1944497" y="1806321"/>
                    <a:pt x="1912112" y="1806321"/>
                  </a:cubicBezTo>
                  <a:cubicBezTo>
                    <a:pt x="1825244" y="1806321"/>
                    <a:pt x="1739138" y="1774063"/>
                    <a:pt x="1666494" y="1726184"/>
                  </a:cubicBezTo>
                  <a:cubicBezTo>
                    <a:pt x="1435608" y="1574165"/>
                    <a:pt x="1369060" y="1291971"/>
                    <a:pt x="1287526" y="1045718"/>
                  </a:cubicBezTo>
                  <a:cubicBezTo>
                    <a:pt x="1213485" y="821944"/>
                    <a:pt x="1099312" y="569341"/>
                    <a:pt x="864997" y="475742"/>
                  </a:cubicBezTo>
                  <a:cubicBezTo>
                    <a:pt x="809752" y="453644"/>
                    <a:pt x="751586" y="443357"/>
                    <a:pt x="693420" y="443357"/>
                  </a:cubicBezTo>
                  <a:cubicBezTo>
                    <a:pt x="535686" y="443357"/>
                    <a:pt x="377571" y="518795"/>
                    <a:pt x="274320" y="637921"/>
                  </a:cubicBezTo>
                  <a:cubicBezTo>
                    <a:pt x="227965" y="691515"/>
                    <a:pt x="195199" y="752475"/>
                    <a:pt x="175133" y="817118"/>
                  </a:cubicBezTo>
                  <a:cubicBezTo>
                    <a:pt x="162814" y="821944"/>
                    <a:pt x="150749" y="827278"/>
                    <a:pt x="138811" y="833247"/>
                  </a:cubicBezTo>
                  <a:cubicBezTo>
                    <a:pt x="83058" y="860679"/>
                    <a:pt x="37592" y="896620"/>
                    <a:pt x="0" y="938530"/>
                  </a:cubicBezTo>
                  <a:lnTo>
                    <a:pt x="0" y="938530"/>
                  </a:lnTo>
                  <a:lnTo>
                    <a:pt x="0" y="979551"/>
                  </a:lnTo>
                  <a:lnTo>
                    <a:pt x="0" y="979551"/>
                  </a:lnTo>
                  <a:cubicBezTo>
                    <a:pt x="26035" y="946785"/>
                    <a:pt x="56007" y="917321"/>
                    <a:pt x="90932" y="892556"/>
                  </a:cubicBezTo>
                  <a:cubicBezTo>
                    <a:pt x="114554" y="875919"/>
                    <a:pt x="139700" y="861695"/>
                    <a:pt x="165989" y="849884"/>
                  </a:cubicBezTo>
                  <a:cubicBezTo>
                    <a:pt x="132715" y="987044"/>
                    <a:pt x="153416" y="1137158"/>
                    <a:pt x="217424" y="1266063"/>
                  </a:cubicBezTo>
                  <a:cubicBezTo>
                    <a:pt x="267716" y="1367282"/>
                    <a:pt x="343789" y="1456690"/>
                    <a:pt x="439420" y="1517650"/>
                  </a:cubicBezTo>
                  <a:cubicBezTo>
                    <a:pt x="503301" y="1558417"/>
                    <a:pt x="582549" y="1587246"/>
                    <a:pt x="660400" y="1587246"/>
                  </a:cubicBezTo>
                  <a:cubicBezTo>
                    <a:pt x="689102" y="1587246"/>
                    <a:pt x="717550" y="1583309"/>
                    <a:pt x="744855" y="1574673"/>
                  </a:cubicBezTo>
                  <a:cubicBezTo>
                    <a:pt x="861822" y="1537589"/>
                    <a:pt x="910463" y="1418590"/>
                    <a:pt x="905002" y="1303782"/>
                  </a:cubicBezTo>
                  <a:cubicBezTo>
                    <a:pt x="899414" y="1185672"/>
                    <a:pt x="846582" y="1068832"/>
                    <a:pt x="771398" y="978916"/>
                  </a:cubicBezTo>
                  <a:cubicBezTo>
                    <a:pt x="696341" y="889000"/>
                    <a:pt x="595122" y="821309"/>
                    <a:pt x="480314" y="794639"/>
                  </a:cubicBezTo>
                  <a:cubicBezTo>
                    <a:pt x="442341" y="785876"/>
                    <a:pt x="403225" y="781431"/>
                    <a:pt x="364109" y="781431"/>
                  </a:cubicBezTo>
                  <a:cubicBezTo>
                    <a:pt x="310388" y="781431"/>
                    <a:pt x="256667" y="789686"/>
                    <a:pt x="205613" y="806069"/>
                  </a:cubicBezTo>
                  <a:cubicBezTo>
                    <a:pt x="212598" y="786638"/>
                    <a:pt x="220980" y="767461"/>
                    <a:pt x="230632" y="748919"/>
                  </a:cubicBezTo>
                  <a:cubicBezTo>
                    <a:pt x="316992" y="582295"/>
                    <a:pt x="504571" y="469900"/>
                    <a:pt x="692277" y="469900"/>
                  </a:cubicBezTo>
                  <a:cubicBezTo>
                    <a:pt x="731012" y="469900"/>
                    <a:pt x="769874" y="474726"/>
                    <a:pt x="807720" y="484759"/>
                  </a:cubicBezTo>
                  <a:cubicBezTo>
                    <a:pt x="1061847" y="552450"/>
                    <a:pt x="1185037" y="823595"/>
                    <a:pt x="1260602" y="1051052"/>
                  </a:cubicBezTo>
                  <a:cubicBezTo>
                    <a:pt x="1341882" y="1295654"/>
                    <a:pt x="1407541" y="1572133"/>
                    <a:pt x="1628013" y="1732153"/>
                  </a:cubicBezTo>
                  <a:cubicBezTo>
                    <a:pt x="1709674" y="1791462"/>
                    <a:pt x="1808861" y="1833118"/>
                    <a:pt x="1910588" y="1833118"/>
                  </a:cubicBezTo>
                  <a:cubicBezTo>
                    <a:pt x="1926336" y="1833118"/>
                    <a:pt x="1942211" y="1832102"/>
                    <a:pt x="1957959" y="1830070"/>
                  </a:cubicBezTo>
                  <a:cubicBezTo>
                    <a:pt x="2085975" y="1813179"/>
                    <a:pt x="2185288" y="1726311"/>
                    <a:pt x="2266188" y="1631569"/>
                  </a:cubicBezTo>
                  <a:cubicBezTo>
                    <a:pt x="2436241" y="1432433"/>
                    <a:pt x="2558415" y="1193673"/>
                    <a:pt x="2627757" y="941578"/>
                  </a:cubicBezTo>
                  <a:lnTo>
                    <a:pt x="2627757" y="941578"/>
                  </a:lnTo>
                  <a:cubicBezTo>
                    <a:pt x="2666872" y="947293"/>
                    <a:pt x="2706370" y="950214"/>
                    <a:pt x="2745613" y="950214"/>
                  </a:cubicBezTo>
                  <a:cubicBezTo>
                    <a:pt x="2884043" y="950214"/>
                    <a:pt x="3021076" y="913892"/>
                    <a:pt x="3137153" y="832104"/>
                  </a:cubicBezTo>
                  <a:cubicBezTo>
                    <a:pt x="3343909" y="686435"/>
                    <a:pt x="3455288" y="438150"/>
                    <a:pt x="3520058" y="201168"/>
                  </a:cubicBezTo>
                  <a:cubicBezTo>
                    <a:pt x="3538093" y="135001"/>
                    <a:pt x="3552443" y="67818"/>
                    <a:pt x="3563238" y="0"/>
                  </a:cubicBezTo>
                  <a:lnTo>
                    <a:pt x="3536441" y="0"/>
                  </a:lnTo>
                  <a:cubicBezTo>
                    <a:pt x="3505326" y="200152"/>
                    <a:pt x="3442843" y="399161"/>
                    <a:pt x="3338195" y="570865"/>
                  </a:cubicBezTo>
                  <a:cubicBezTo>
                    <a:pt x="3272028" y="679450"/>
                    <a:pt x="3184652" y="776986"/>
                    <a:pt x="3073654" y="840994"/>
                  </a:cubicBezTo>
                  <a:cubicBezTo>
                    <a:pt x="2974213" y="898271"/>
                    <a:pt x="2859786" y="924052"/>
                    <a:pt x="2745613" y="924052"/>
                  </a:cubicBezTo>
                  <a:cubicBezTo>
                    <a:pt x="2733421" y="924052"/>
                    <a:pt x="2721229" y="923798"/>
                    <a:pt x="2708910" y="923163"/>
                  </a:cubicBezTo>
                  <a:cubicBezTo>
                    <a:pt x="2683891" y="922020"/>
                    <a:pt x="2659126" y="919607"/>
                    <a:pt x="2634615" y="916051"/>
                  </a:cubicBezTo>
                  <a:lnTo>
                    <a:pt x="2634615" y="916051"/>
                  </a:lnTo>
                  <a:cubicBezTo>
                    <a:pt x="2701544" y="658114"/>
                    <a:pt x="2713228" y="384937"/>
                    <a:pt x="2663317" y="122936"/>
                  </a:cubicBezTo>
                  <a:cubicBezTo>
                    <a:pt x="2655570" y="82423"/>
                    <a:pt x="2646299" y="41148"/>
                    <a:pt x="2635123" y="0"/>
                  </a:cubicBezTo>
                  <a:lnTo>
                    <a:pt x="2607437" y="0"/>
                  </a:lnTo>
                  <a:cubicBezTo>
                    <a:pt x="2608453" y="3429"/>
                    <a:pt x="2609342" y="6858"/>
                    <a:pt x="2610231" y="10287"/>
                  </a:cubicBezTo>
                  <a:cubicBezTo>
                    <a:pt x="2680208" y="269875"/>
                    <a:pt x="2684145" y="546608"/>
                    <a:pt x="2631440" y="809752"/>
                  </a:cubicBezTo>
                  <a:cubicBezTo>
                    <a:pt x="2624582" y="844042"/>
                    <a:pt x="2616708" y="878078"/>
                    <a:pt x="2607945" y="911860"/>
                  </a:cubicBezTo>
                  <a:lnTo>
                    <a:pt x="2607945" y="911860"/>
                  </a:lnTo>
                  <a:cubicBezTo>
                    <a:pt x="2378837" y="870966"/>
                    <a:pt x="2178685" y="732536"/>
                    <a:pt x="2021586" y="562102"/>
                  </a:cubicBezTo>
                  <a:cubicBezTo>
                    <a:pt x="1929638" y="462406"/>
                    <a:pt x="1846199" y="351028"/>
                    <a:pt x="1779778" y="232537"/>
                  </a:cubicBezTo>
                  <a:cubicBezTo>
                    <a:pt x="1739011" y="160019"/>
                    <a:pt x="1705229" y="81534"/>
                    <a:pt x="1687068" y="0"/>
                  </a:cubicBezTo>
                  <a:close/>
                </a:path>
              </a:pathLst>
            </a:custGeom>
            <a:solidFill>
              <a:srgbClr val="F2B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" name="Google Shape;182;p4"/>
          <p:cNvSpPr/>
          <p:nvPr/>
        </p:nvSpPr>
        <p:spPr>
          <a:xfrm>
            <a:off x="3120590" y="4119353"/>
            <a:ext cx="2525173" cy="1992592"/>
          </a:xfrm>
          <a:custGeom>
            <a:rect b="b" l="l" r="r" t="t"/>
            <a:pathLst>
              <a:path extrusionOk="0" h="1992592" w="2525173">
                <a:moveTo>
                  <a:pt x="0" y="0"/>
                </a:moveTo>
                <a:lnTo>
                  <a:pt x="2525173" y="0"/>
                </a:lnTo>
                <a:lnTo>
                  <a:pt x="2525173" y="1992592"/>
                </a:lnTo>
                <a:lnTo>
                  <a:pt x="0" y="1992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3" name="Google Shape;183;p4"/>
          <p:cNvGrpSpPr/>
          <p:nvPr/>
        </p:nvGrpSpPr>
        <p:grpSpPr>
          <a:xfrm>
            <a:off x="15482862" y="7359802"/>
            <a:ext cx="2805182" cy="2927350"/>
            <a:chOff x="66040" y="63500"/>
            <a:chExt cx="2805176" cy="2927350"/>
          </a:xfrm>
        </p:grpSpPr>
        <p:sp>
          <p:nvSpPr>
            <p:cNvPr id="184" name="Google Shape;184;p4"/>
            <p:cNvSpPr/>
            <p:nvPr/>
          </p:nvSpPr>
          <p:spPr>
            <a:xfrm>
              <a:off x="66040" y="63500"/>
              <a:ext cx="2805176" cy="2927223"/>
            </a:xfrm>
            <a:custGeom>
              <a:rect b="b" l="l" r="r" t="t"/>
              <a:pathLst>
                <a:path extrusionOk="0" h="2927223" w="2805176">
                  <a:moveTo>
                    <a:pt x="2305558" y="0"/>
                  </a:moveTo>
                  <a:cubicBezTo>
                    <a:pt x="2279015" y="0"/>
                    <a:pt x="2251837" y="762"/>
                    <a:pt x="2224151" y="2413"/>
                  </a:cubicBezTo>
                  <a:cubicBezTo>
                    <a:pt x="1677543" y="34163"/>
                    <a:pt x="1384554" y="345186"/>
                    <a:pt x="1345311" y="935228"/>
                  </a:cubicBezTo>
                  <a:cubicBezTo>
                    <a:pt x="1306068" y="1525270"/>
                    <a:pt x="1029970" y="1967611"/>
                    <a:pt x="516890" y="2261870"/>
                  </a:cubicBezTo>
                  <a:cubicBezTo>
                    <a:pt x="195072" y="2446401"/>
                    <a:pt x="22860" y="2668270"/>
                    <a:pt x="0" y="2927223"/>
                  </a:cubicBezTo>
                  <a:lnTo>
                    <a:pt x="2805176" y="2927223"/>
                  </a:lnTo>
                  <a:lnTo>
                    <a:pt x="2805176" y="133350"/>
                  </a:lnTo>
                  <a:lnTo>
                    <a:pt x="2805176" y="133350"/>
                  </a:lnTo>
                  <a:cubicBezTo>
                    <a:pt x="2669413" y="44450"/>
                    <a:pt x="2502916" y="0"/>
                    <a:pt x="2305558" y="0"/>
                  </a:cubicBezTo>
                  <a:close/>
                </a:path>
              </a:pathLst>
            </a:custGeom>
            <a:solidFill>
              <a:srgbClr val="A24A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4"/>
            <p:cNvSpPr/>
            <p:nvPr/>
          </p:nvSpPr>
          <p:spPr>
            <a:xfrm>
              <a:off x="804926" y="1195959"/>
              <a:ext cx="2066290" cy="1794891"/>
            </a:xfrm>
            <a:custGeom>
              <a:rect b="b" l="l" r="r" t="t"/>
              <a:pathLst>
                <a:path extrusionOk="0" h="1794891" w="2066290">
                  <a:moveTo>
                    <a:pt x="2066290" y="0"/>
                  </a:moveTo>
                  <a:cubicBezTo>
                    <a:pt x="1981835" y="1016"/>
                    <a:pt x="1899031" y="17526"/>
                    <a:pt x="1822196" y="58420"/>
                  </a:cubicBezTo>
                  <a:cubicBezTo>
                    <a:pt x="1696212" y="125603"/>
                    <a:pt x="1634109" y="252095"/>
                    <a:pt x="1580896" y="378206"/>
                  </a:cubicBezTo>
                  <a:cubicBezTo>
                    <a:pt x="1553083" y="444246"/>
                    <a:pt x="1525016" y="510159"/>
                    <a:pt x="1486154" y="570611"/>
                  </a:cubicBezTo>
                  <a:cubicBezTo>
                    <a:pt x="1449324" y="627888"/>
                    <a:pt x="1403985" y="680085"/>
                    <a:pt x="1353693" y="725805"/>
                  </a:cubicBezTo>
                  <a:cubicBezTo>
                    <a:pt x="1254252" y="816102"/>
                    <a:pt x="1131443" y="880872"/>
                    <a:pt x="1000760" y="911098"/>
                  </a:cubicBezTo>
                  <a:cubicBezTo>
                    <a:pt x="860933" y="943356"/>
                    <a:pt x="714121" y="929894"/>
                    <a:pt x="577469" y="978789"/>
                  </a:cubicBezTo>
                  <a:cubicBezTo>
                    <a:pt x="440436" y="1027938"/>
                    <a:pt x="323723" y="1121537"/>
                    <a:pt x="218694" y="1219962"/>
                  </a:cubicBezTo>
                  <a:cubicBezTo>
                    <a:pt x="117094" y="1315212"/>
                    <a:pt x="24765" y="1431163"/>
                    <a:pt x="8509" y="1573911"/>
                  </a:cubicBezTo>
                  <a:cubicBezTo>
                    <a:pt x="0" y="1648587"/>
                    <a:pt x="10160" y="1724279"/>
                    <a:pt x="35433" y="1794637"/>
                  </a:cubicBezTo>
                  <a:lnTo>
                    <a:pt x="83566" y="1794637"/>
                  </a:lnTo>
                  <a:cubicBezTo>
                    <a:pt x="64008" y="1745488"/>
                    <a:pt x="53086" y="1693418"/>
                    <a:pt x="51308" y="1640332"/>
                  </a:cubicBezTo>
                  <a:cubicBezTo>
                    <a:pt x="46863" y="1506982"/>
                    <a:pt x="113411" y="1393571"/>
                    <a:pt x="203200" y="1299337"/>
                  </a:cubicBezTo>
                  <a:cubicBezTo>
                    <a:pt x="299720" y="1197991"/>
                    <a:pt x="414655" y="1100201"/>
                    <a:pt x="542798" y="1041908"/>
                  </a:cubicBezTo>
                  <a:cubicBezTo>
                    <a:pt x="606933" y="1012698"/>
                    <a:pt x="674370" y="996696"/>
                    <a:pt x="743966" y="988314"/>
                  </a:cubicBezTo>
                  <a:cubicBezTo>
                    <a:pt x="812673" y="980059"/>
                    <a:pt x="881888" y="977265"/>
                    <a:pt x="950214" y="966724"/>
                  </a:cubicBezTo>
                  <a:cubicBezTo>
                    <a:pt x="1078738" y="947039"/>
                    <a:pt x="1201420" y="897001"/>
                    <a:pt x="1307211" y="821309"/>
                  </a:cubicBezTo>
                  <a:cubicBezTo>
                    <a:pt x="1411732" y="746633"/>
                    <a:pt x="1499616" y="648589"/>
                    <a:pt x="1559687" y="534924"/>
                  </a:cubicBezTo>
                  <a:cubicBezTo>
                    <a:pt x="1625346" y="410845"/>
                    <a:pt x="1658112" y="263271"/>
                    <a:pt x="1759712" y="161036"/>
                  </a:cubicBezTo>
                  <a:cubicBezTo>
                    <a:pt x="1843151" y="77089"/>
                    <a:pt x="1952498" y="47498"/>
                    <a:pt x="2066290" y="46228"/>
                  </a:cubicBezTo>
                  <a:lnTo>
                    <a:pt x="2066290" y="46228"/>
                  </a:lnTo>
                  <a:lnTo>
                    <a:pt x="2066290" y="0"/>
                  </a:lnTo>
                  <a:close/>
                  <a:moveTo>
                    <a:pt x="845693" y="1557020"/>
                  </a:moveTo>
                  <a:cubicBezTo>
                    <a:pt x="791972" y="1557020"/>
                    <a:pt x="736854" y="1570990"/>
                    <a:pt x="690245" y="1593723"/>
                  </a:cubicBezTo>
                  <a:cubicBezTo>
                    <a:pt x="625475" y="1625219"/>
                    <a:pt x="569341" y="1671828"/>
                    <a:pt x="514858" y="1718183"/>
                  </a:cubicBezTo>
                  <a:cubicBezTo>
                    <a:pt x="487680" y="1741424"/>
                    <a:pt x="460756" y="1766443"/>
                    <a:pt x="439166" y="1794764"/>
                  </a:cubicBezTo>
                  <a:lnTo>
                    <a:pt x="498856" y="1794764"/>
                  </a:lnTo>
                  <a:cubicBezTo>
                    <a:pt x="499618" y="1793875"/>
                    <a:pt x="500507" y="1793113"/>
                    <a:pt x="501269" y="1792224"/>
                  </a:cubicBezTo>
                  <a:cubicBezTo>
                    <a:pt x="549910" y="1742313"/>
                    <a:pt x="607695" y="1696466"/>
                    <a:pt x="666623" y="1659255"/>
                  </a:cubicBezTo>
                  <a:cubicBezTo>
                    <a:pt x="719328" y="1625854"/>
                    <a:pt x="778256" y="1601343"/>
                    <a:pt x="841248" y="1601343"/>
                  </a:cubicBezTo>
                  <a:cubicBezTo>
                    <a:pt x="844042" y="1601343"/>
                    <a:pt x="846836" y="1601343"/>
                    <a:pt x="849630" y="1601470"/>
                  </a:cubicBezTo>
                  <a:cubicBezTo>
                    <a:pt x="908050" y="1603502"/>
                    <a:pt x="968121" y="1628013"/>
                    <a:pt x="999617" y="1679321"/>
                  </a:cubicBezTo>
                  <a:cubicBezTo>
                    <a:pt x="1021207" y="1714373"/>
                    <a:pt x="1024636" y="1755394"/>
                    <a:pt x="1016508" y="1794891"/>
                  </a:cubicBezTo>
                  <a:lnTo>
                    <a:pt x="1062355" y="1794891"/>
                  </a:lnTo>
                  <a:cubicBezTo>
                    <a:pt x="1070991" y="1745869"/>
                    <a:pt x="1065022" y="1695577"/>
                    <a:pt x="1035558" y="1650619"/>
                  </a:cubicBezTo>
                  <a:cubicBezTo>
                    <a:pt x="991743" y="1583690"/>
                    <a:pt x="920115" y="1557147"/>
                    <a:pt x="845820" y="1557147"/>
                  </a:cubicBezTo>
                  <a:close/>
                </a:path>
              </a:pathLst>
            </a:custGeom>
            <a:solidFill>
              <a:srgbClr val="F2B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6" name="Google Shape;186;p4"/>
          <p:cNvSpPr/>
          <p:nvPr/>
        </p:nvSpPr>
        <p:spPr>
          <a:xfrm>
            <a:off x="16763457" y="5839263"/>
            <a:ext cx="990600" cy="990600"/>
          </a:xfrm>
          <a:custGeom>
            <a:rect b="b" l="l" r="r" t="t"/>
            <a:pathLst>
              <a:path extrusionOk="0" h="990600" w="990600">
                <a:moveTo>
                  <a:pt x="495300" y="0"/>
                </a:moveTo>
                <a:cubicBezTo>
                  <a:pt x="480949" y="469011"/>
                  <a:pt x="469011" y="480949"/>
                  <a:pt x="0" y="495300"/>
                </a:cubicBezTo>
                <a:cubicBezTo>
                  <a:pt x="469011" y="509651"/>
                  <a:pt x="480949" y="521589"/>
                  <a:pt x="495300" y="990600"/>
                </a:cubicBezTo>
                <a:cubicBezTo>
                  <a:pt x="509651" y="521081"/>
                  <a:pt x="521589" y="509651"/>
                  <a:pt x="990600" y="495300"/>
                </a:cubicBezTo>
                <a:cubicBezTo>
                  <a:pt x="521589" y="480949"/>
                  <a:pt x="509651" y="469011"/>
                  <a:pt x="495300" y="0"/>
                </a:cubicBezTo>
                <a:close/>
              </a:path>
            </a:pathLst>
          </a:custGeom>
          <a:solidFill>
            <a:srgbClr val="C77C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4"/>
          <p:cNvSpPr/>
          <p:nvPr/>
        </p:nvSpPr>
        <p:spPr>
          <a:xfrm>
            <a:off x="6453883" y="4819726"/>
            <a:ext cx="11296650" cy="4943475"/>
          </a:xfrm>
          <a:custGeom>
            <a:rect b="b" l="l" r="r" t="t"/>
            <a:pathLst>
              <a:path extrusionOk="0" h="4943475" w="11296650">
                <a:moveTo>
                  <a:pt x="0" y="0"/>
                </a:moveTo>
                <a:lnTo>
                  <a:pt x="11296650" y="0"/>
                </a:lnTo>
                <a:lnTo>
                  <a:pt x="11296650" y="4943475"/>
                </a:lnTo>
                <a:lnTo>
                  <a:pt x="0" y="4943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4"/>
          <p:cNvSpPr/>
          <p:nvPr/>
        </p:nvSpPr>
        <p:spPr>
          <a:xfrm>
            <a:off x="6185068" y="2570026"/>
            <a:ext cx="114300" cy="114300"/>
          </a:xfrm>
          <a:custGeom>
            <a:rect b="b" l="l" r="r" t="t"/>
            <a:pathLst>
              <a:path extrusionOk="0" h="114300" w="114300">
                <a:moveTo>
                  <a:pt x="114300" y="57150"/>
                </a:moveTo>
                <a:cubicBezTo>
                  <a:pt x="114300" y="60960"/>
                  <a:pt x="113919" y="64643"/>
                  <a:pt x="113157" y="68326"/>
                </a:cubicBezTo>
                <a:cubicBezTo>
                  <a:pt x="112395" y="72009"/>
                  <a:pt x="111379" y="75565"/>
                  <a:pt x="109855" y="78994"/>
                </a:cubicBezTo>
                <a:cubicBezTo>
                  <a:pt x="108331" y="82423"/>
                  <a:pt x="106680" y="85725"/>
                  <a:pt x="104521" y="88900"/>
                </a:cubicBezTo>
                <a:cubicBezTo>
                  <a:pt x="102362" y="92075"/>
                  <a:pt x="100076" y="94869"/>
                  <a:pt x="97409" y="97536"/>
                </a:cubicBezTo>
                <a:cubicBezTo>
                  <a:pt x="94742" y="100203"/>
                  <a:pt x="91821" y="102616"/>
                  <a:pt x="88773" y="104648"/>
                </a:cubicBezTo>
                <a:cubicBezTo>
                  <a:pt x="85725" y="106680"/>
                  <a:pt x="82296" y="108458"/>
                  <a:pt x="78867" y="109982"/>
                </a:cubicBezTo>
                <a:cubicBezTo>
                  <a:pt x="75438" y="111506"/>
                  <a:pt x="71882" y="112522"/>
                  <a:pt x="68199" y="113284"/>
                </a:cubicBezTo>
                <a:cubicBezTo>
                  <a:pt x="64516" y="114046"/>
                  <a:pt x="60960" y="114300"/>
                  <a:pt x="57150" y="114300"/>
                </a:cubicBezTo>
                <a:cubicBezTo>
                  <a:pt x="53340" y="114300"/>
                  <a:pt x="49657" y="113919"/>
                  <a:pt x="45974" y="113157"/>
                </a:cubicBezTo>
                <a:cubicBezTo>
                  <a:pt x="42291" y="112395"/>
                  <a:pt x="38735" y="111379"/>
                  <a:pt x="35306" y="109855"/>
                </a:cubicBezTo>
                <a:cubicBezTo>
                  <a:pt x="31877" y="108331"/>
                  <a:pt x="28575" y="106680"/>
                  <a:pt x="25400" y="104521"/>
                </a:cubicBezTo>
                <a:cubicBezTo>
                  <a:pt x="22225" y="102362"/>
                  <a:pt x="19431" y="100076"/>
                  <a:pt x="16764" y="97409"/>
                </a:cubicBezTo>
                <a:cubicBezTo>
                  <a:pt x="14097" y="94742"/>
                  <a:pt x="11684" y="92075"/>
                  <a:pt x="9652" y="88900"/>
                </a:cubicBezTo>
                <a:cubicBezTo>
                  <a:pt x="7620" y="85725"/>
                  <a:pt x="5842" y="82550"/>
                  <a:pt x="4318" y="78994"/>
                </a:cubicBezTo>
                <a:cubicBezTo>
                  <a:pt x="2794" y="75438"/>
                  <a:pt x="1778" y="72009"/>
                  <a:pt x="1143" y="68326"/>
                </a:cubicBezTo>
                <a:cubicBezTo>
                  <a:pt x="508" y="64643"/>
                  <a:pt x="0" y="60960"/>
                  <a:pt x="0" y="57150"/>
                </a:cubicBezTo>
                <a:cubicBezTo>
                  <a:pt x="0" y="53340"/>
                  <a:pt x="381" y="49657"/>
                  <a:pt x="1143" y="45974"/>
                </a:cubicBezTo>
                <a:cubicBezTo>
                  <a:pt x="1905" y="42291"/>
                  <a:pt x="2921" y="38735"/>
                  <a:pt x="4445" y="35306"/>
                </a:cubicBezTo>
                <a:cubicBezTo>
                  <a:pt x="5969" y="31877"/>
                  <a:pt x="7493" y="28575"/>
                  <a:pt x="9652" y="25400"/>
                </a:cubicBezTo>
                <a:cubicBezTo>
                  <a:pt x="11811" y="22225"/>
                  <a:pt x="14097" y="19431"/>
                  <a:pt x="16764" y="16764"/>
                </a:cubicBezTo>
                <a:cubicBezTo>
                  <a:pt x="19431" y="14097"/>
                  <a:pt x="22352" y="11684"/>
                  <a:pt x="25400" y="9652"/>
                </a:cubicBezTo>
                <a:cubicBezTo>
                  <a:pt x="28448" y="7620"/>
                  <a:pt x="31877" y="5842"/>
                  <a:pt x="35306" y="4318"/>
                </a:cubicBezTo>
                <a:cubicBezTo>
                  <a:pt x="38735" y="2794"/>
                  <a:pt x="42291" y="1778"/>
                  <a:pt x="45974" y="1016"/>
                </a:cubicBezTo>
                <a:cubicBezTo>
                  <a:pt x="49657" y="254"/>
                  <a:pt x="53340" y="0"/>
                  <a:pt x="57150" y="0"/>
                </a:cubicBezTo>
                <a:cubicBezTo>
                  <a:pt x="60960" y="0"/>
                  <a:pt x="64643" y="381"/>
                  <a:pt x="68326" y="1143"/>
                </a:cubicBezTo>
                <a:cubicBezTo>
                  <a:pt x="72009" y="1905"/>
                  <a:pt x="75565" y="2921"/>
                  <a:pt x="78994" y="4445"/>
                </a:cubicBezTo>
                <a:cubicBezTo>
                  <a:pt x="82423" y="5969"/>
                  <a:pt x="85725" y="7620"/>
                  <a:pt x="88900" y="9779"/>
                </a:cubicBezTo>
                <a:cubicBezTo>
                  <a:pt x="92075" y="11938"/>
                  <a:pt x="94869" y="14224"/>
                  <a:pt x="97536" y="16891"/>
                </a:cubicBezTo>
                <a:cubicBezTo>
                  <a:pt x="100203" y="19558"/>
                  <a:pt x="102616" y="22479"/>
                  <a:pt x="104648" y="25527"/>
                </a:cubicBezTo>
                <a:cubicBezTo>
                  <a:pt x="106680" y="28575"/>
                  <a:pt x="108458" y="32004"/>
                  <a:pt x="109982" y="35433"/>
                </a:cubicBezTo>
                <a:cubicBezTo>
                  <a:pt x="111506" y="38862"/>
                  <a:pt x="112522" y="42418"/>
                  <a:pt x="113284" y="46101"/>
                </a:cubicBezTo>
                <a:cubicBezTo>
                  <a:pt x="114046" y="49784"/>
                  <a:pt x="114300" y="53340"/>
                  <a:pt x="114300" y="57150"/>
                </a:cubicBezTo>
                <a:close/>
              </a:path>
            </a:pathLst>
          </a:custGeom>
          <a:solidFill>
            <a:srgbClr val="C77C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"/>
          <p:cNvSpPr/>
          <p:nvPr/>
        </p:nvSpPr>
        <p:spPr>
          <a:xfrm>
            <a:off x="6185068" y="3846376"/>
            <a:ext cx="114300" cy="114300"/>
          </a:xfrm>
          <a:custGeom>
            <a:rect b="b" l="l" r="r" t="t"/>
            <a:pathLst>
              <a:path extrusionOk="0" h="114300" w="114300">
                <a:moveTo>
                  <a:pt x="114300" y="57150"/>
                </a:moveTo>
                <a:cubicBezTo>
                  <a:pt x="114300" y="60960"/>
                  <a:pt x="113919" y="64643"/>
                  <a:pt x="113157" y="68326"/>
                </a:cubicBezTo>
                <a:cubicBezTo>
                  <a:pt x="112395" y="72009"/>
                  <a:pt x="111379" y="75565"/>
                  <a:pt x="109855" y="78994"/>
                </a:cubicBezTo>
                <a:cubicBezTo>
                  <a:pt x="108331" y="82423"/>
                  <a:pt x="106680" y="85725"/>
                  <a:pt x="104521" y="88900"/>
                </a:cubicBezTo>
                <a:cubicBezTo>
                  <a:pt x="102362" y="92075"/>
                  <a:pt x="100076" y="94869"/>
                  <a:pt x="97409" y="97536"/>
                </a:cubicBezTo>
                <a:cubicBezTo>
                  <a:pt x="94742" y="100203"/>
                  <a:pt x="91821" y="102616"/>
                  <a:pt x="88773" y="104648"/>
                </a:cubicBezTo>
                <a:cubicBezTo>
                  <a:pt x="85725" y="106680"/>
                  <a:pt x="82296" y="108458"/>
                  <a:pt x="78867" y="109982"/>
                </a:cubicBezTo>
                <a:cubicBezTo>
                  <a:pt x="75438" y="111506"/>
                  <a:pt x="71882" y="112522"/>
                  <a:pt x="68199" y="113284"/>
                </a:cubicBezTo>
                <a:cubicBezTo>
                  <a:pt x="64516" y="114046"/>
                  <a:pt x="60960" y="114300"/>
                  <a:pt x="57150" y="114300"/>
                </a:cubicBezTo>
                <a:cubicBezTo>
                  <a:pt x="53340" y="114300"/>
                  <a:pt x="49657" y="113919"/>
                  <a:pt x="45974" y="113157"/>
                </a:cubicBezTo>
                <a:cubicBezTo>
                  <a:pt x="42291" y="112395"/>
                  <a:pt x="38735" y="111379"/>
                  <a:pt x="35306" y="109855"/>
                </a:cubicBezTo>
                <a:cubicBezTo>
                  <a:pt x="31877" y="108331"/>
                  <a:pt x="28575" y="106680"/>
                  <a:pt x="25400" y="104521"/>
                </a:cubicBezTo>
                <a:cubicBezTo>
                  <a:pt x="22225" y="102362"/>
                  <a:pt x="19431" y="100076"/>
                  <a:pt x="16764" y="97409"/>
                </a:cubicBezTo>
                <a:cubicBezTo>
                  <a:pt x="14097" y="94742"/>
                  <a:pt x="11684" y="92075"/>
                  <a:pt x="9652" y="88900"/>
                </a:cubicBezTo>
                <a:cubicBezTo>
                  <a:pt x="7620" y="85725"/>
                  <a:pt x="5842" y="82550"/>
                  <a:pt x="4318" y="78994"/>
                </a:cubicBezTo>
                <a:cubicBezTo>
                  <a:pt x="2794" y="75438"/>
                  <a:pt x="1778" y="72009"/>
                  <a:pt x="1143" y="68326"/>
                </a:cubicBezTo>
                <a:cubicBezTo>
                  <a:pt x="508" y="64643"/>
                  <a:pt x="0" y="60960"/>
                  <a:pt x="0" y="57150"/>
                </a:cubicBezTo>
                <a:cubicBezTo>
                  <a:pt x="0" y="53340"/>
                  <a:pt x="381" y="49657"/>
                  <a:pt x="1143" y="45974"/>
                </a:cubicBezTo>
                <a:cubicBezTo>
                  <a:pt x="1905" y="42291"/>
                  <a:pt x="2921" y="38735"/>
                  <a:pt x="4445" y="35306"/>
                </a:cubicBezTo>
                <a:cubicBezTo>
                  <a:pt x="5969" y="31877"/>
                  <a:pt x="7493" y="28575"/>
                  <a:pt x="9652" y="25400"/>
                </a:cubicBezTo>
                <a:cubicBezTo>
                  <a:pt x="11811" y="22225"/>
                  <a:pt x="14097" y="19431"/>
                  <a:pt x="16764" y="16764"/>
                </a:cubicBezTo>
                <a:cubicBezTo>
                  <a:pt x="19431" y="14097"/>
                  <a:pt x="22352" y="11684"/>
                  <a:pt x="25400" y="9652"/>
                </a:cubicBezTo>
                <a:cubicBezTo>
                  <a:pt x="28448" y="7620"/>
                  <a:pt x="31877" y="5842"/>
                  <a:pt x="35306" y="4318"/>
                </a:cubicBezTo>
                <a:cubicBezTo>
                  <a:pt x="38735" y="2794"/>
                  <a:pt x="42291" y="1778"/>
                  <a:pt x="45974" y="1016"/>
                </a:cubicBezTo>
                <a:cubicBezTo>
                  <a:pt x="49657" y="254"/>
                  <a:pt x="53340" y="0"/>
                  <a:pt x="57150" y="0"/>
                </a:cubicBezTo>
                <a:cubicBezTo>
                  <a:pt x="60960" y="0"/>
                  <a:pt x="64643" y="381"/>
                  <a:pt x="68326" y="1143"/>
                </a:cubicBezTo>
                <a:cubicBezTo>
                  <a:pt x="72009" y="1905"/>
                  <a:pt x="75565" y="2921"/>
                  <a:pt x="78994" y="4445"/>
                </a:cubicBezTo>
                <a:cubicBezTo>
                  <a:pt x="82423" y="5969"/>
                  <a:pt x="85725" y="7620"/>
                  <a:pt x="88900" y="9779"/>
                </a:cubicBezTo>
                <a:cubicBezTo>
                  <a:pt x="92075" y="11938"/>
                  <a:pt x="94869" y="14224"/>
                  <a:pt x="97536" y="16891"/>
                </a:cubicBezTo>
                <a:cubicBezTo>
                  <a:pt x="100203" y="19558"/>
                  <a:pt x="102616" y="22479"/>
                  <a:pt x="104648" y="25527"/>
                </a:cubicBezTo>
                <a:cubicBezTo>
                  <a:pt x="106680" y="28575"/>
                  <a:pt x="108458" y="31877"/>
                  <a:pt x="109982" y="35433"/>
                </a:cubicBezTo>
                <a:cubicBezTo>
                  <a:pt x="111506" y="38989"/>
                  <a:pt x="112522" y="42418"/>
                  <a:pt x="113284" y="46101"/>
                </a:cubicBezTo>
                <a:cubicBezTo>
                  <a:pt x="114046" y="49784"/>
                  <a:pt x="114300" y="53340"/>
                  <a:pt x="114300" y="57150"/>
                </a:cubicBezTo>
                <a:close/>
              </a:path>
            </a:pathLst>
          </a:custGeom>
          <a:solidFill>
            <a:srgbClr val="C77C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195320" y="5355641"/>
            <a:ext cx="2401062" cy="1869815"/>
          </a:xfrm>
          <a:custGeom>
            <a:rect b="b" l="l" r="r" t="t"/>
            <a:pathLst>
              <a:path extrusionOk="0" h="1869821" w="2401062">
                <a:moveTo>
                  <a:pt x="0" y="1869821"/>
                </a:moveTo>
                <a:lnTo>
                  <a:pt x="2401062" y="1869821"/>
                </a:lnTo>
                <a:lnTo>
                  <a:pt x="240106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grpSp>
        <p:nvGrpSpPr>
          <p:cNvPr id="191" name="Google Shape;191;p4"/>
          <p:cNvGrpSpPr/>
          <p:nvPr/>
        </p:nvGrpSpPr>
        <p:grpSpPr>
          <a:xfrm>
            <a:off x="-3" y="-3"/>
            <a:ext cx="4693282" cy="3609337"/>
            <a:chOff x="63500" y="63500"/>
            <a:chExt cx="4693285" cy="3609340"/>
          </a:xfrm>
        </p:grpSpPr>
        <p:sp>
          <p:nvSpPr>
            <p:cNvPr id="192" name="Google Shape;192;p4"/>
            <p:cNvSpPr/>
            <p:nvPr/>
          </p:nvSpPr>
          <p:spPr>
            <a:xfrm>
              <a:off x="63500" y="63500"/>
              <a:ext cx="3858895" cy="2695575"/>
            </a:xfrm>
            <a:custGeom>
              <a:rect b="b" l="l" r="r" t="t"/>
              <a:pathLst>
                <a:path extrusionOk="0" h="2695575" w="3858895">
                  <a:moveTo>
                    <a:pt x="0" y="0"/>
                  </a:moveTo>
                  <a:lnTo>
                    <a:pt x="0" y="2695575"/>
                  </a:lnTo>
                  <a:lnTo>
                    <a:pt x="3858895" y="2695575"/>
                  </a:lnTo>
                  <a:lnTo>
                    <a:pt x="385889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3" name="Google Shape;193;p4"/>
            <p:cNvSpPr/>
            <p:nvPr/>
          </p:nvSpPr>
          <p:spPr>
            <a:xfrm>
              <a:off x="63500" y="63500"/>
              <a:ext cx="4693285" cy="2290318"/>
            </a:xfrm>
            <a:custGeom>
              <a:rect b="b" l="l" r="r" t="t"/>
              <a:pathLst>
                <a:path extrusionOk="0" h="2290318" w="4693285">
                  <a:moveTo>
                    <a:pt x="0" y="0"/>
                  </a:moveTo>
                  <a:lnTo>
                    <a:pt x="0" y="2290318"/>
                  </a:lnTo>
                  <a:lnTo>
                    <a:pt x="4693285" y="2290318"/>
                  </a:lnTo>
                  <a:lnTo>
                    <a:pt x="469328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4" name="Google Shape;194;p4"/>
            <p:cNvSpPr/>
            <p:nvPr/>
          </p:nvSpPr>
          <p:spPr>
            <a:xfrm>
              <a:off x="393954" y="2569210"/>
              <a:ext cx="1103503" cy="1103630"/>
            </a:xfrm>
            <a:custGeom>
              <a:rect b="b" l="l" r="r" t="t"/>
              <a:pathLst>
                <a:path extrusionOk="0" h="1103630" w="1103503">
                  <a:moveTo>
                    <a:pt x="0" y="1103630"/>
                  </a:moveTo>
                  <a:lnTo>
                    <a:pt x="1103503" y="1103630"/>
                  </a:lnTo>
                  <a:lnTo>
                    <a:pt x="11035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sp>
        <p:nvSpPr>
          <p:cNvPr id="195" name="Google Shape;195;p4"/>
          <p:cNvSpPr/>
          <p:nvPr/>
        </p:nvSpPr>
        <p:spPr>
          <a:xfrm>
            <a:off x="1823561" y="7388447"/>
            <a:ext cx="2401062" cy="1869815"/>
          </a:xfrm>
          <a:custGeom>
            <a:rect b="b" l="l" r="r" t="t"/>
            <a:pathLst>
              <a:path extrusionOk="0" h="1869821" w="2401062">
                <a:moveTo>
                  <a:pt x="0" y="1869821"/>
                </a:moveTo>
                <a:lnTo>
                  <a:pt x="2401062" y="1869821"/>
                </a:lnTo>
                <a:lnTo>
                  <a:pt x="240106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96" name="Google Shape;196;p4"/>
          <p:cNvSpPr/>
          <p:nvPr/>
        </p:nvSpPr>
        <p:spPr>
          <a:xfrm>
            <a:off x="3183131" y="4181551"/>
            <a:ext cx="2401062" cy="1869815"/>
          </a:xfrm>
          <a:custGeom>
            <a:rect b="b" l="l" r="r" t="t"/>
            <a:pathLst>
              <a:path extrusionOk="0" h="1869821" w="2401062">
                <a:moveTo>
                  <a:pt x="0" y="1869821"/>
                </a:moveTo>
                <a:lnTo>
                  <a:pt x="2401062" y="1869821"/>
                </a:lnTo>
                <a:lnTo>
                  <a:pt x="240106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grpSp>
        <p:nvGrpSpPr>
          <p:cNvPr id="197" name="Google Shape;197;p4"/>
          <p:cNvGrpSpPr/>
          <p:nvPr/>
        </p:nvGrpSpPr>
        <p:grpSpPr>
          <a:xfrm>
            <a:off x="14968496" y="5839260"/>
            <a:ext cx="3319532" cy="4447794"/>
            <a:chOff x="63500" y="63500"/>
            <a:chExt cx="3319526" cy="4447794"/>
          </a:xfrm>
        </p:grpSpPr>
        <p:sp>
          <p:nvSpPr>
            <p:cNvPr id="198" name="Google Shape;198;p4"/>
            <p:cNvSpPr/>
            <p:nvPr/>
          </p:nvSpPr>
          <p:spPr>
            <a:xfrm>
              <a:off x="1858518" y="63500"/>
              <a:ext cx="991743" cy="991743"/>
            </a:xfrm>
            <a:custGeom>
              <a:rect b="b" l="l" r="r" t="t"/>
              <a:pathLst>
                <a:path extrusionOk="0" h="991743" w="991743">
                  <a:moveTo>
                    <a:pt x="0" y="991743"/>
                  </a:moveTo>
                  <a:lnTo>
                    <a:pt x="991743" y="991743"/>
                  </a:lnTo>
                  <a:lnTo>
                    <a:pt x="9917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9" name="Google Shape;199;p4"/>
            <p:cNvSpPr/>
            <p:nvPr/>
          </p:nvSpPr>
          <p:spPr>
            <a:xfrm>
              <a:off x="63500" y="1027049"/>
              <a:ext cx="3319526" cy="3484245"/>
            </a:xfrm>
            <a:custGeom>
              <a:rect b="b" l="l" r="r" t="t"/>
              <a:pathLst>
                <a:path extrusionOk="0" h="3484245" w="3319526">
                  <a:moveTo>
                    <a:pt x="0" y="0"/>
                  </a:moveTo>
                  <a:lnTo>
                    <a:pt x="0" y="3484245"/>
                  </a:lnTo>
                  <a:lnTo>
                    <a:pt x="3319526" y="3484245"/>
                  </a:lnTo>
                  <a:lnTo>
                    <a:pt x="331952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0" name="Google Shape;200;p4"/>
            <p:cNvSpPr/>
            <p:nvPr/>
          </p:nvSpPr>
          <p:spPr>
            <a:xfrm>
              <a:off x="680212" y="1807210"/>
              <a:ext cx="2702814" cy="2704084"/>
            </a:xfrm>
            <a:custGeom>
              <a:rect b="b" l="l" r="r" t="t"/>
              <a:pathLst>
                <a:path extrusionOk="0" h="2704084" w="2702814">
                  <a:moveTo>
                    <a:pt x="0" y="0"/>
                  </a:moveTo>
                  <a:lnTo>
                    <a:pt x="0" y="2704084"/>
                  </a:lnTo>
                  <a:lnTo>
                    <a:pt x="2702814" y="2704084"/>
                  </a:lnTo>
                  <a:lnTo>
                    <a:pt x="270281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sp>
        <p:nvSpPr>
          <p:cNvPr id="201" name="Google Shape;201;p4"/>
          <p:cNvSpPr txBox="1"/>
          <p:nvPr/>
        </p:nvSpPr>
        <p:spPr>
          <a:xfrm>
            <a:off x="5177561" y="87935"/>
            <a:ext cx="2911973" cy="2125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59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57" u="none" cap="none" strike="noStrike">
                <a:solidFill>
                  <a:srgbClr val="A24A11"/>
                </a:solidFill>
                <a:latin typeface="Orienta"/>
                <a:ea typeface="Orienta"/>
                <a:cs typeface="Orienta"/>
                <a:sym typeface="Orienta"/>
              </a:rPr>
              <a:t>Step - 2</a:t>
            </a:r>
            <a:endParaRPr/>
          </a:p>
          <a:p>
            <a:pPr indent="0" lvl="0" marL="0" marR="0" rtl="0" algn="ctr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8" u="none" cap="none" strike="noStrike">
                <a:solidFill>
                  <a:srgbClr val="C77C42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endParaRPr/>
          </a:p>
        </p:txBody>
      </p:sp>
      <p:sp>
        <p:nvSpPr>
          <p:cNvPr id="202" name="Google Shape;202;p4"/>
          <p:cNvSpPr txBox="1"/>
          <p:nvPr/>
        </p:nvSpPr>
        <p:spPr>
          <a:xfrm>
            <a:off x="549916" y="5921340"/>
            <a:ext cx="1725435" cy="602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Medium</a:t>
            </a:r>
            <a:endParaRPr/>
          </a:p>
        </p:txBody>
      </p:sp>
      <p:sp>
        <p:nvSpPr>
          <p:cNvPr id="203" name="Google Shape;203;p4"/>
          <p:cNvSpPr txBox="1"/>
          <p:nvPr/>
        </p:nvSpPr>
        <p:spPr>
          <a:xfrm>
            <a:off x="2446287" y="7954318"/>
            <a:ext cx="1178595" cy="602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Short</a:t>
            </a:r>
            <a:endParaRPr/>
          </a:p>
        </p:txBody>
      </p:sp>
      <p:sp>
        <p:nvSpPr>
          <p:cNvPr id="204" name="Google Shape;204;p4"/>
          <p:cNvSpPr txBox="1"/>
          <p:nvPr/>
        </p:nvSpPr>
        <p:spPr>
          <a:xfrm>
            <a:off x="4025579" y="4851216"/>
            <a:ext cx="730472" cy="602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Tall</a:t>
            </a:r>
            <a:endParaRPr/>
          </a:p>
        </p:txBody>
      </p:sp>
      <p:sp>
        <p:nvSpPr>
          <p:cNvPr id="205" name="Google Shape;205;p4"/>
          <p:cNvSpPr txBox="1"/>
          <p:nvPr/>
        </p:nvSpPr>
        <p:spPr>
          <a:xfrm>
            <a:off x="5689768" y="1586179"/>
            <a:ext cx="8284378" cy="660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3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8" u="none" cap="none" strike="noStrike">
                <a:solidFill>
                  <a:srgbClr val="C77C42"/>
                </a:solidFill>
                <a:latin typeface="Carlito"/>
                <a:ea typeface="Carlito"/>
                <a:cs typeface="Carlito"/>
                <a:sym typeface="Carlito"/>
              </a:rPr>
              <a:t>Step2: Randomly pick K points as Centroids</a:t>
            </a:r>
            <a:endParaRPr/>
          </a:p>
        </p:txBody>
      </p:sp>
      <p:sp>
        <p:nvSpPr>
          <p:cNvPr id="206" name="Google Shape;206;p4"/>
          <p:cNvSpPr txBox="1"/>
          <p:nvPr/>
        </p:nvSpPr>
        <p:spPr>
          <a:xfrm>
            <a:off x="6468732" y="2224354"/>
            <a:ext cx="11006261" cy="193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3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8" u="none" cap="none" strike="noStrike">
                <a:solidFill>
                  <a:srgbClr val="C77C42"/>
                </a:solidFill>
                <a:latin typeface="Carlito"/>
                <a:ea typeface="Carlito"/>
                <a:cs typeface="Carlito"/>
                <a:sym typeface="Carlito"/>
              </a:rPr>
              <a:t>Pick 3 random heights as initial "centroids" (one for each group). These are the starting center points of the clusters.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E9DC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"/>
          <p:cNvSpPr/>
          <p:nvPr/>
        </p:nvSpPr>
        <p:spPr>
          <a:xfrm>
            <a:off x="330451" y="2505770"/>
            <a:ext cx="1103376" cy="1103379"/>
          </a:xfrm>
          <a:custGeom>
            <a:rect b="b" l="l" r="r" t="t"/>
            <a:pathLst>
              <a:path extrusionOk="0" h="1103376" w="1103376">
                <a:moveTo>
                  <a:pt x="551688" y="0"/>
                </a:moveTo>
                <a:cubicBezTo>
                  <a:pt x="535686" y="522478"/>
                  <a:pt x="522478" y="535686"/>
                  <a:pt x="0" y="551688"/>
                </a:cubicBezTo>
                <a:cubicBezTo>
                  <a:pt x="522478" y="567690"/>
                  <a:pt x="535686" y="580898"/>
                  <a:pt x="551688" y="1103376"/>
                </a:cubicBezTo>
                <a:cubicBezTo>
                  <a:pt x="567690" y="580390"/>
                  <a:pt x="580898" y="567690"/>
                  <a:pt x="1103376" y="551688"/>
                </a:cubicBezTo>
                <a:cubicBezTo>
                  <a:pt x="580898" y="535686"/>
                  <a:pt x="567690" y="522478"/>
                  <a:pt x="551688" y="0"/>
                </a:cubicBezTo>
                <a:close/>
              </a:path>
            </a:pathLst>
          </a:custGeom>
          <a:solidFill>
            <a:srgbClr val="C77C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132778" y="5293452"/>
            <a:ext cx="2525173" cy="1992592"/>
          </a:xfrm>
          <a:custGeom>
            <a:rect b="b" l="l" r="r" t="t"/>
            <a:pathLst>
              <a:path extrusionOk="0" h="1992592" w="2525173">
                <a:moveTo>
                  <a:pt x="0" y="0"/>
                </a:moveTo>
                <a:lnTo>
                  <a:pt x="2525173" y="0"/>
                </a:lnTo>
                <a:lnTo>
                  <a:pt x="2525173" y="1992592"/>
                </a:lnTo>
                <a:lnTo>
                  <a:pt x="0" y="1992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5"/>
          <p:cNvSpPr/>
          <p:nvPr/>
        </p:nvSpPr>
        <p:spPr>
          <a:xfrm>
            <a:off x="1761020" y="7326249"/>
            <a:ext cx="2525173" cy="1992592"/>
          </a:xfrm>
          <a:custGeom>
            <a:rect b="b" l="l" r="r" t="t"/>
            <a:pathLst>
              <a:path extrusionOk="0" h="1992592" w="2525173">
                <a:moveTo>
                  <a:pt x="0" y="0"/>
                </a:moveTo>
                <a:lnTo>
                  <a:pt x="2525173" y="0"/>
                </a:lnTo>
                <a:lnTo>
                  <a:pt x="2525173" y="1992592"/>
                </a:lnTo>
                <a:lnTo>
                  <a:pt x="0" y="1992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4" name="Google Shape;214;p5"/>
          <p:cNvGrpSpPr/>
          <p:nvPr/>
        </p:nvGrpSpPr>
        <p:grpSpPr>
          <a:xfrm>
            <a:off x="-17" y="-140"/>
            <a:ext cx="4661913" cy="2276729"/>
            <a:chOff x="994537" y="1618234"/>
            <a:chExt cx="4661915" cy="2276729"/>
          </a:xfrm>
        </p:grpSpPr>
        <p:sp>
          <p:nvSpPr>
            <p:cNvPr id="215" name="Google Shape;215;p5"/>
            <p:cNvSpPr/>
            <p:nvPr/>
          </p:nvSpPr>
          <p:spPr>
            <a:xfrm>
              <a:off x="994537" y="1618361"/>
              <a:ext cx="4661915" cy="2276602"/>
            </a:xfrm>
            <a:custGeom>
              <a:rect b="b" l="l" r="r" t="t"/>
              <a:pathLst>
                <a:path extrusionOk="0" h="2276602" w="4661915">
                  <a:moveTo>
                    <a:pt x="0" y="0"/>
                  </a:moveTo>
                  <a:lnTo>
                    <a:pt x="0" y="2204466"/>
                  </a:lnTo>
                  <a:cubicBezTo>
                    <a:pt x="128651" y="2252853"/>
                    <a:pt x="259715" y="2276602"/>
                    <a:pt x="394589" y="2276602"/>
                  </a:cubicBezTo>
                  <a:cubicBezTo>
                    <a:pt x="437007" y="2276602"/>
                    <a:pt x="479806" y="2274189"/>
                    <a:pt x="522986" y="2269617"/>
                  </a:cubicBezTo>
                  <a:cubicBezTo>
                    <a:pt x="746506" y="2245360"/>
                    <a:pt x="941197" y="2159508"/>
                    <a:pt x="1106043" y="2008251"/>
                  </a:cubicBezTo>
                  <a:cubicBezTo>
                    <a:pt x="1214628" y="1908302"/>
                    <a:pt x="1314069" y="1798828"/>
                    <a:pt x="1410208" y="1686814"/>
                  </a:cubicBezTo>
                  <a:cubicBezTo>
                    <a:pt x="1546225" y="1528445"/>
                    <a:pt x="1689862" y="1377569"/>
                    <a:pt x="1858010" y="1252474"/>
                  </a:cubicBezTo>
                  <a:cubicBezTo>
                    <a:pt x="2009267" y="1139825"/>
                    <a:pt x="2174367" y="1050163"/>
                    <a:pt x="2361438" y="1019048"/>
                  </a:cubicBezTo>
                  <a:cubicBezTo>
                    <a:pt x="2465324" y="1001776"/>
                    <a:pt x="2569337" y="992124"/>
                    <a:pt x="2673604" y="992124"/>
                  </a:cubicBezTo>
                  <a:cubicBezTo>
                    <a:pt x="2784475" y="992124"/>
                    <a:pt x="2895600" y="1003046"/>
                    <a:pt x="3007360" y="1027557"/>
                  </a:cubicBezTo>
                  <a:cubicBezTo>
                    <a:pt x="3145536" y="1057783"/>
                    <a:pt x="3285617" y="1079373"/>
                    <a:pt x="3427857" y="1079373"/>
                  </a:cubicBezTo>
                  <a:cubicBezTo>
                    <a:pt x="3476497" y="1079373"/>
                    <a:pt x="3525393" y="1076833"/>
                    <a:pt x="3574541" y="1071372"/>
                  </a:cubicBezTo>
                  <a:cubicBezTo>
                    <a:pt x="3898264" y="1034923"/>
                    <a:pt x="4158995" y="892429"/>
                    <a:pt x="4359401" y="636778"/>
                  </a:cubicBezTo>
                  <a:cubicBezTo>
                    <a:pt x="4507737" y="447167"/>
                    <a:pt x="4601971" y="231521"/>
                    <a:pt x="4661915" y="0"/>
                  </a:cubicBezTo>
                  <a:close/>
                </a:path>
              </a:pathLst>
            </a:custGeom>
            <a:solidFill>
              <a:srgbClr val="A24A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5"/>
            <p:cNvSpPr/>
            <p:nvPr/>
          </p:nvSpPr>
          <p:spPr>
            <a:xfrm>
              <a:off x="994537" y="1618234"/>
              <a:ext cx="3563238" cy="1833118"/>
            </a:xfrm>
            <a:custGeom>
              <a:rect b="b" l="l" r="r" t="t"/>
              <a:pathLst>
                <a:path extrusionOk="0" h="1833118" w="3563238">
                  <a:moveTo>
                    <a:pt x="364109" y="808482"/>
                  </a:moveTo>
                  <a:cubicBezTo>
                    <a:pt x="390398" y="808482"/>
                    <a:pt x="416560" y="810514"/>
                    <a:pt x="442468" y="814705"/>
                  </a:cubicBezTo>
                  <a:cubicBezTo>
                    <a:pt x="564896" y="834517"/>
                    <a:pt x="675132" y="903224"/>
                    <a:pt x="753237" y="998855"/>
                  </a:cubicBezTo>
                  <a:cubicBezTo>
                    <a:pt x="831469" y="1094613"/>
                    <a:pt x="886841" y="1222629"/>
                    <a:pt x="878078" y="1348105"/>
                  </a:cubicBezTo>
                  <a:cubicBezTo>
                    <a:pt x="873633" y="1411732"/>
                    <a:pt x="850138" y="1476375"/>
                    <a:pt x="798576" y="1516761"/>
                  </a:cubicBezTo>
                  <a:cubicBezTo>
                    <a:pt x="759333" y="1547495"/>
                    <a:pt x="710438" y="1560449"/>
                    <a:pt x="661162" y="1560449"/>
                  </a:cubicBezTo>
                  <a:cubicBezTo>
                    <a:pt x="656336" y="1560449"/>
                    <a:pt x="651383" y="1560322"/>
                    <a:pt x="646557" y="1560068"/>
                  </a:cubicBezTo>
                  <a:cubicBezTo>
                    <a:pt x="529971" y="1554099"/>
                    <a:pt x="424434" y="1488440"/>
                    <a:pt x="346075" y="1405509"/>
                  </a:cubicBezTo>
                  <a:cubicBezTo>
                    <a:pt x="207137" y="1258443"/>
                    <a:pt x="139573" y="1034161"/>
                    <a:pt x="195580" y="838073"/>
                  </a:cubicBezTo>
                  <a:cubicBezTo>
                    <a:pt x="249301" y="818388"/>
                    <a:pt x="306832" y="808355"/>
                    <a:pt x="364109" y="808355"/>
                  </a:cubicBezTo>
                  <a:close/>
                  <a:moveTo>
                    <a:pt x="1661668" y="127"/>
                  </a:moveTo>
                  <a:cubicBezTo>
                    <a:pt x="1689354" y="126111"/>
                    <a:pt x="1752219" y="248031"/>
                    <a:pt x="1823847" y="353822"/>
                  </a:cubicBezTo>
                  <a:cubicBezTo>
                    <a:pt x="1973326" y="574294"/>
                    <a:pt x="2168906" y="781939"/>
                    <a:pt x="2419604" y="884809"/>
                  </a:cubicBezTo>
                  <a:cubicBezTo>
                    <a:pt x="2477897" y="908685"/>
                    <a:pt x="2539111" y="926592"/>
                    <a:pt x="2601468" y="937641"/>
                  </a:cubicBezTo>
                  <a:lnTo>
                    <a:pt x="2601468" y="937641"/>
                  </a:lnTo>
                  <a:cubicBezTo>
                    <a:pt x="2541397" y="1155446"/>
                    <a:pt x="2441194" y="1362456"/>
                    <a:pt x="2304288" y="1542288"/>
                  </a:cubicBezTo>
                  <a:cubicBezTo>
                    <a:pt x="2226945" y="1643888"/>
                    <a:pt x="2135251" y="1753235"/>
                    <a:pt x="2008759" y="1792097"/>
                  </a:cubicBezTo>
                  <a:cubicBezTo>
                    <a:pt x="1976882" y="1801876"/>
                    <a:pt x="1944497" y="1806321"/>
                    <a:pt x="1912112" y="1806321"/>
                  </a:cubicBezTo>
                  <a:cubicBezTo>
                    <a:pt x="1825244" y="1806321"/>
                    <a:pt x="1739138" y="1774063"/>
                    <a:pt x="1666494" y="1726184"/>
                  </a:cubicBezTo>
                  <a:cubicBezTo>
                    <a:pt x="1435608" y="1574165"/>
                    <a:pt x="1369060" y="1291971"/>
                    <a:pt x="1287526" y="1045718"/>
                  </a:cubicBezTo>
                  <a:cubicBezTo>
                    <a:pt x="1213485" y="821944"/>
                    <a:pt x="1099312" y="569341"/>
                    <a:pt x="864997" y="475742"/>
                  </a:cubicBezTo>
                  <a:cubicBezTo>
                    <a:pt x="809752" y="453644"/>
                    <a:pt x="751586" y="443357"/>
                    <a:pt x="693420" y="443357"/>
                  </a:cubicBezTo>
                  <a:cubicBezTo>
                    <a:pt x="535686" y="443357"/>
                    <a:pt x="377571" y="518795"/>
                    <a:pt x="274320" y="637921"/>
                  </a:cubicBezTo>
                  <a:cubicBezTo>
                    <a:pt x="227965" y="691515"/>
                    <a:pt x="195199" y="752475"/>
                    <a:pt x="175133" y="817118"/>
                  </a:cubicBezTo>
                  <a:cubicBezTo>
                    <a:pt x="162814" y="821944"/>
                    <a:pt x="150749" y="827278"/>
                    <a:pt x="138811" y="833247"/>
                  </a:cubicBezTo>
                  <a:cubicBezTo>
                    <a:pt x="83058" y="860679"/>
                    <a:pt x="37592" y="896620"/>
                    <a:pt x="0" y="938530"/>
                  </a:cubicBezTo>
                  <a:lnTo>
                    <a:pt x="0" y="938530"/>
                  </a:lnTo>
                  <a:lnTo>
                    <a:pt x="0" y="979551"/>
                  </a:lnTo>
                  <a:lnTo>
                    <a:pt x="0" y="979551"/>
                  </a:lnTo>
                  <a:cubicBezTo>
                    <a:pt x="26035" y="946785"/>
                    <a:pt x="56007" y="917321"/>
                    <a:pt x="90932" y="892556"/>
                  </a:cubicBezTo>
                  <a:cubicBezTo>
                    <a:pt x="114554" y="875919"/>
                    <a:pt x="139700" y="861695"/>
                    <a:pt x="165989" y="849884"/>
                  </a:cubicBezTo>
                  <a:cubicBezTo>
                    <a:pt x="132715" y="987044"/>
                    <a:pt x="153416" y="1137158"/>
                    <a:pt x="217424" y="1266063"/>
                  </a:cubicBezTo>
                  <a:cubicBezTo>
                    <a:pt x="267716" y="1367282"/>
                    <a:pt x="343789" y="1456690"/>
                    <a:pt x="439420" y="1517650"/>
                  </a:cubicBezTo>
                  <a:cubicBezTo>
                    <a:pt x="503301" y="1558417"/>
                    <a:pt x="582549" y="1587246"/>
                    <a:pt x="660400" y="1587246"/>
                  </a:cubicBezTo>
                  <a:cubicBezTo>
                    <a:pt x="689102" y="1587246"/>
                    <a:pt x="717550" y="1583309"/>
                    <a:pt x="744855" y="1574673"/>
                  </a:cubicBezTo>
                  <a:cubicBezTo>
                    <a:pt x="861822" y="1537589"/>
                    <a:pt x="910463" y="1418590"/>
                    <a:pt x="905002" y="1303782"/>
                  </a:cubicBezTo>
                  <a:cubicBezTo>
                    <a:pt x="899414" y="1185672"/>
                    <a:pt x="846582" y="1068832"/>
                    <a:pt x="771398" y="978916"/>
                  </a:cubicBezTo>
                  <a:cubicBezTo>
                    <a:pt x="696341" y="889000"/>
                    <a:pt x="595122" y="821309"/>
                    <a:pt x="480314" y="794639"/>
                  </a:cubicBezTo>
                  <a:cubicBezTo>
                    <a:pt x="442341" y="785876"/>
                    <a:pt x="403225" y="781431"/>
                    <a:pt x="364109" y="781431"/>
                  </a:cubicBezTo>
                  <a:cubicBezTo>
                    <a:pt x="310388" y="781431"/>
                    <a:pt x="256667" y="789686"/>
                    <a:pt x="205613" y="806069"/>
                  </a:cubicBezTo>
                  <a:cubicBezTo>
                    <a:pt x="212598" y="786638"/>
                    <a:pt x="220980" y="767461"/>
                    <a:pt x="230632" y="748919"/>
                  </a:cubicBezTo>
                  <a:cubicBezTo>
                    <a:pt x="316992" y="582295"/>
                    <a:pt x="504571" y="469900"/>
                    <a:pt x="692277" y="469900"/>
                  </a:cubicBezTo>
                  <a:cubicBezTo>
                    <a:pt x="731012" y="469900"/>
                    <a:pt x="769874" y="474726"/>
                    <a:pt x="807720" y="484759"/>
                  </a:cubicBezTo>
                  <a:cubicBezTo>
                    <a:pt x="1061847" y="552450"/>
                    <a:pt x="1185037" y="823595"/>
                    <a:pt x="1260602" y="1051052"/>
                  </a:cubicBezTo>
                  <a:cubicBezTo>
                    <a:pt x="1341882" y="1295654"/>
                    <a:pt x="1407541" y="1572133"/>
                    <a:pt x="1628013" y="1732153"/>
                  </a:cubicBezTo>
                  <a:cubicBezTo>
                    <a:pt x="1709674" y="1791462"/>
                    <a:pt x="1808861" y="1833118"/>
                    <a:pt x="1910588" y="1833118"/>
                  </a:cubicBezTo>
                  <a:cubicBezTo>
                    <a:pt x="1926336" y="1833118"/>
                    <a:pt x="1942211" y="1832102"/>
                    <a:pt x="1957959" y="1830070"/>
                  </a:cubicBezTo>
                  <a:cubicBezTo>
                    <a:pt x="2085975" y="1813179"/>
                    <a:pt x="2185288" y="1726311"/>
                    <a:pt x="2266188" y="1631569"/>
                  </a:cubicBezTo>
                  <a:cubicBezTo>
                    <a:pt x="2436241" y="1432433"/>
                    <a:pt x="2558415" y="1193673"/>
                    <a:pt x="2627757" y="941578"/>
                  </a:cubicBezTo>
                  <a:lnTo>
                    <a:pt x="2627757" y="941578"/>
                  </a:lnTo>
                  <a:cubicBezTo>
                    <a:pt x="2666872" y="947293"/>
                    <a:pt x="2706370" y="950214"/>
                    <a:pt x="2745613" y="950214"/>
                  </a:cubicBezTo>
                  <a:cubicBezTo>
                    <a:pt x="2884043" y="950214"/>
                    <a:pt x="3021076" y="913892"/>
                    <a:pt x="3137153" y="832104"/>
                  </a:cubicBezTo>
                  <a:cubicBezTo>
                    <a:pt x="3343909" y="686435"/>
                    <a:pt x="3455288" y="438150"/>
                    <a:pt x="3520058" y="201168"/>
                  </a:cubicBezTo>
                  <a:cubicBezTo>
                    <a:pt x="3538093" y="135001"/>
                    <a:pt x="3552443" y="67818"/>
                    <a:pt x="3563238" y="0"/>
                  </a:cubicBezTo>
                  <a:lnTo>
                    <a:pt x="3536441" y="0"/>
                  </a:lnTo>
                  <a:cubicBezTo>
                    <a:pt x="3505326" y="200152"/>
                    <a:pt x="3442843" y="399161"/>
                    <a:pt x="3338195" y="570865"/>
                  </a:cubicBezTo>
                  <a:cubicBezTo>
                    <a:pt x="3272028" y="679450"/>
                    <a:pt x="3184652" y="776986"/>
                    <a:pt x="3073654" y="840994"/>
                  </a:cubicBezTo>
                  <a:cubicBezTo>
                    <a:pt x="2974213" y="898271"/>
                    <a:pt x="2859786" y="924052"/>
                    <a:pt x="2745613" y="924052"/>
                  </a:cubicBezTo>
                  <a:cubicBezTo>
                    <a:pt x="2733421" y="924052"/>
                    <a:pt x="2721229" y="923798"/>
                    <a:pt x="2708910" y="923163"/>
                  </a:cubicBezTo>
                  <a:cubicBezTo>
                    <a:pt x="2683891" y="922020"/>
                    <a:pt x="2659126" y="919607"/>
                    <a:pt x="2634615" y="916051"/>
                  </a:cubicBezTo>
                  <a:lnTo>
                    <a:pt x="2634615" y="916051"/>
                  </a:lnTo>
                  <a:cubicBezTo>
                    <a:pt x="2701544" y="658114"/>
                    <a:pt x="2713228" y="384937"/>
                    <a:pt x="2663317" y="122936"/>
                  </a:cubicBezTo>
                  <a:cubicBezTo>
                    <a:pt x="2655570" y="82423"/>
                    <a:pt x="2646299" y="41148"/>
                    <a:pt x="2635123" y="0"/>
                  </a:cubicBezTo>
                  <a:lnTo>
                    <a:pt x="2607437" y="0"/>
                  </a:lnTo>
                  <a:cubicBezTo>
                    <a:pt x="2608453" y="3429"/>
                    <a:pt x="2609342" y="6858"/>
                    <a:pt x="2610231" y="10287"/>
                  </a:cubicBezTo>
                  <a:cubicBezTo>
                    <a:pt x="2680208" y="269875"/>
                    <a:pt x="2684145" y="546608"/>
                    <a:pt x="2631440" y="809752"/>
                  </a:cubicBezTo>
                  <a:cubicBezTo>
                    <a:pt x="2624582" y="844042"/>
                    <a:pt x="2616708" y="878078"/>
                    <a:pt x="2607945" y="911860"/>
                  </a:cubicBezTo>
                  <a:lnTo>
                    <a:pt x="2607945" y="911860"/>
                  </a:lnTo>
                  <a:cubicBezTo>
                    <a:pt x="2378837" y="870966"/>
                    <a:pt x="2178685" y="732536"/>
                    <a:pt x="2021586" y="562102"/>
                  </a:cubicBezTo>
                  <a:cubicBezTo>
                    <a:pt x="1929638" y="462406"/>
                    <a:pt x="1846199" y="351028"/>
                    <a:pt x="1779778" y="232537"/>
                  </a:cubicBezTo>
                  <a:cubicBezTo>
                    <a:pt x="1739011" y="160019"/>
                    <a:pt x="1705229" y="81534"/>
                    <a:pt x="1687068" y="0"/>
                  </a:cubicBezTo>
                  <a:close/>
                </a:path>
              </a:pathLst>
            </a:custGeom>
            <a:solidFill>
              <a:srgbClr val="F2B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7" name="Google Shape;217;p5"/>
          <p:cNvSpPr/>
          <p:nvPr/>
        </p:nvSpPr>
        <p:spPr>
          <a:xfrm>
            <a:off x="3120590" y="4119353"/>
            <a:ext cx="2525173" cy="1992592"/>
          </a:xfrm>
          <a:custGeom>
            <a:rect b="b" l="l" r="r" t="t"/>
            <a:pathLst>
              <a:path extrusionOk="0" h="1992592" w="2525173">
                <a:moveTo>
                  <a:pt x="0" y="0"/>
                </a:moveTo>
                <a:lnTo>
                  <a:pt x="2525173" y="0"/>
                </a:lnTo>
                <a:lnTo>
                  <a:pt x="2525173" y="1992592"/>
                </a:lnTo>
                <a:lnTo>
                  <a:pt x="0" y="1992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5"/>
          <p:cNvSpPr/>
          <p:nvPr/>
        </p:nvSpPr>
        <p:spPr>
          <a:xfrm>
            <a:off x="6185068" y="2332396"/>
            <a:ext cx="114300" cy="114300"/>
          </a:xfrm>
          <a:custGeom>
            <a:rect b="b" l="l" r="r" t="t"/>
            <a:pathLst>
              <a:path extrusionOk="0" h="114300" w="114300">
                <a:moveTo>
                  <a:pt x="114300" y="57150"/>
                </a:moveTo>
                <a:cubicBezTo>
                  <a:pt x="114300" y="60960"/>
                  <a:pt x="113919" y="64643"/>
                  <a:pt x="113157" y="68326"/>
                </a:cubicBezTo>
                <a:cubicBezTo>
                  <a:pt x="112395" y="72009"/>
                  <a:pt x="111379" y="75565"/>
                  <a:pt x="109855" y="78994"/>
                </a:cubicBezTo>
                <a:cubicBezTo>
                  <a:pt x="108331" y="82423"/>
                  <a:pt x="106680" y="85725"/>
                  <a:pt x="104521" y="88900"/>
                </a:cubicBezTo>
                <a:cubicBezTo>
                  <a:pt x="102362" y="92075"/>
                  <a:pt x="100076" y="94869"/>
                  <a:pt x="97409" y="97536"/>
                </a:cubicBezTo>
                <a:cubicBezTo>
                  <a:pt x="94742" y="100203"/>
                  <a:pt x="91821" y="102616"/>
                  <a:pt x="88773" y="104648"/>
                </a:cubicBezTo>
                <a:cubicBezTo>
                  <a:pt x="85725" y="106680"/>
                  <a:pt x="82296" y="108458"/>
                  <a:pt x="78867" y="109982"/>
                </a:cubicBezTo>
                <a:cubicBezTo>
                  <a:pt x="75438" y="111506"/>
                  <a:pt x="71882" y="112522"/>
                  <a:pt x="68199" y="113284"/>
                </a:cubicBezTo>
                <a:cubicBezTo>
                  <a:pt x="64516" y="114046"/>
                  <a:pt x="60960" y="114300"/>
                  <a:pt x="57150" y="114300"/>
                </a:cubicBezTo>
                <a:cubicBezTo>
                  <a:pt x="53340" y="114300"/>
                  <a:pt x="49657" y="113919"/>
                  <a:pt x="45974" y="113157"/>
                </a:cubicBezTo>
                <a:cubicBezTo>
                  <a:pt x="42291" y="112395"/>
                  <a:pt x="38735" y="111379"/>
                  <a:pt x="35306" y="109855"/>
                </a:cubicBezTo>
                <a:cubicBezTo>
                  <a:pt x="31877" y="108331"/>
                  <a:pt x="28575" y="106680"/>
                  <a:pt x="25400" y="104521"/>
                </a:cubicBezTo>
                <a:cubicBezTo>
                  <a:pt x="22225" y="102362"/>
                  <a:pt x="19431" y="100076"/>
                  <a:pt x="16764" y="97409"/>
                </a:cubicBezTo>
                <a:cubicBezTo>
                  <a:pt x="14097" y="94742"/>
                  <a:pt x="11684" y="92075"/>
                  <a:pt x="9652" y="88900"/>
                </a:cubicBezTo>
                <a:cubicBezTo>
                  <a:pt x="7620" y="85725"/>
                  <a:pt x="5842" y="82550"/>
                  <a:pt x="4318" y="78994"/>
                </a:cubicBezTo>
                <a:cubicBezTo>
                  <a:pt x="2794" y="75438"/>
                  <a:pt x="1778" y="72009"/>
                  <a:pt x="1143" y="68326"/>
                </a:cubicBezTo>
                <a:cubicBezTo>
                  <a:pt x="508" y="64643"/>
                  <a:pt x="0" y="60960"/>
                  <a:pt x="0" y="57150"/>
                </a:cubicBezTo>
                <a:cubicBezTo>
                  <a:pt x="0" y="53340"/>
                  <a:pt x="381" y="49657"/>
                  <a:pt x="1143" y="45974"/>
                </a:cubicBezTo>
                <a:cubicBezTo>
                  <a:pt x="1905" y="42291"/>
                  <a:pt x="2921" y="38735"/>
                  <a:pt x="4445" y="35306"/>
                </a:cubicBezTo>
                <a:cubicBezTo>
                  <a:pt x="5969" y="31877"/>
                  <a:pt x="7493" y="28575"/>
                  <a:pt x="9652" y="25400"/>
                </a:cubicBezTo>
                <a:cubicBezTo>
                  <a:pt x="11811" y="22225"/>
                  <a:pt x="14097" y="19431"/>
                  <a:pt x="16764" y="16764"/>
                </a:cubicBezTo>
                <a:cubicBezTo>
                  <a:pt x="19431" y="14097"/>
                  <a:pt x="22352" y="11684"/>
                  <a:pt x="25400" y="9652"/>
                </a:cubicBezTo>
                <a:cubicBezTo>
                  <a:pt x="28448" y="7620"/>
                  <a:pt x="31877" y="5842"/>
                  <a:pt x="35306" y="4318"/>
                </a:cubicBezTo>
                <a:cubicBezTo>
                  <a:pt x="38735" y="2794"/>
                  <a:pt x="42291" y="1778"/>
                  <a:pt x="45974" y="1016"/>
                </a:cubicBezTo>
                <a:cubicBezTo>
                  <a:pt x="49657" y="254"/>
                  <a:pt x="53340" y="0"/>
                  <a:pt x="57150" y="0"/>
                </a:cubicBezTo>
                <a:cubicBezTo>
                  <a:pt x="60960" y="0"/>
                  <a:pt x="64643" y="381"/>
                  <a:pt x="68326" y="1143"/>
                </a:cubicBezTo>
                <a:cubicBezTo>
                  <a:pt x="72009" y="1905"/>
                  <a:pt x="75565" y="2921"/>
                  <a:pt x="78994" y="4445"/>
                </a:cubicBezTo>
                <a:cubicBezTo>
                  <a:pt x="82423" y="5969"/>
                  <a:pt x="85725" y="7620"/>
                  <a:pt x="88900" y="9779"/>
                </a:cubicBezTo>
                <a:cubicBezTo>
                  <a:pt x="92075" y="11938"/>
                  <a:pt x="94869" y="14224"/>
                  <a:pt x="97536" y="16891"/>
                </a:cubicBezTo>
                <a:cubicBezTo>
                  <a:pt x="100203" y="19558"/>
                  <a:pt x="102616" y="22479"/>
                  <a:pt x="104648" y="25527"/>
                </a:cubicBezTo>
                <a:cubicBezTo>
                  <a:pt x="106680" y="28575"/>
                  <a:pt x="108458" y="32004"/>
                  <a:pt x="109982" y="35433"/>
                </a:cubicBezTo>
                <a:cubicBezTo>
                  <a:pt x="111506" y="38862"/>
                  <a:pt x="112522" y="42418"/>
                  <a:pt x="113284" y="46101"/>
                </a:cubicBezTo>
                <a:cubicBezTo>
                  <a:pt x="114046" y="49784"/>
                  <a:pt x="114300" y="53340"/>
                  <a:pt x="114300" y="57150"/>
                </a:cubicBezTo>
                <a:close/>
              </a:path>
            </a:pathLst>
          </a:custGeom>
          <a:solidFill>
            <a:srgbClr val="C77C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5"/>
          <p:cNvSpPr/>
          <p:nvPr/>
        </p:nvSpPr>
        <p:spPr>
          <a:xfrm>
            <a:off x="6185068" y="3608746"/>
            <a:ext cx="114300" cy="114300"/>
          </a:xfrm>
          <a:custGeom>
            <a:rect b="b" l="l" r="r" t="t"/>
            <a:pathLst>
              <a:path extrusionOk="0" h="114300" w="114300">
                <a:moveTo>
                  <a:pt x="114300" y="57150"/>
                </a:moveTo>
                <a:cubicBezTo>
                  <a:pt x="114300" y="60960"/>
                  <a:pt x="113919" y="64643"/>
                  <a:pt x="113157" y="68326"/>
                </a:cubicBezTo>
                <a:cubicBezTo>
                  <a:pt x="112395" y="72009"/>
                  <a:pt x="111379" y="75565"/>
                  <a:pt x="109855" y="78994"/>
                </a:cubicBezTo>
                <a:cubicBezTo>
                  <a:pt x="108331" y="82423"/>
                  <a:pt x="106680" y="85725"/>
                  <a:pt x="104521" y="88900"/>
                </a:cubicBezTo>
                <a:cubicBezTo>
                  <a:pt x="102362" y="92075"/>
                  <a:pt x="100076" y="94869"/>
                  <a:pt x="97409" y="97536"/>
                </a:cubicBezTo>
                <a:cubicBezTo>
                  <a:pt x="94742" y="100203"/>
                  <a:pt x="91821" y="102616"/>
                  <a:pt x="88773" y="104648"/>
                </a:cubicBezTo>
                <a:cubicBezTo>
                  <a:pt x="85725" y="106680"/>
                  <a:pt x="82296" y="108458"/>
                  <a:pt x="78867" y="109982"/>
                </a:cubicBezTo>
                <a:cubicBezTo>
                  <a:pt x="75438" y="111506"/>
                  <a:pt x="71882" y="112522"/>
                  <a:pt x="68199" y="113284"/>
                </a:cubicBezTo>
                <a:cubicBezTo>
                  <a:pt x="64516" y="114046"/>
                  <a:pt x="60960" y="114300"/>
                  <a:pt x="57150" y="114300"/>
                </a:cubicBezTo>
                <a:cubicBezTo>
                  <a:pt x="53340" y="114300"/>
                  <a:pt x="49657" y="113919"/>
                  <a:pt x="45974" y="113157"/>
                </a:cubicBezTo>
                <a:cubicBezTo>
                  <a:pt x="42291" y="112395"/>
                  <a:pt x="38735" y="111379"/>
                  <a:pt x="35306" y="109855"/>
                </a:cubicBezTo>
                <a:cubicBezTo>
                  <a:pt x="31877" y="108331"/>
                  <a:pt x="28575" y="106680"/>
                  <a:pt x="25400" y="104521"/>
                </a:cubicBezTo>
                <a:cubicBezTo>
                  <a:pt x="22225" y="102362"/>
                  <a:pt x="19431" y="100076"/>
                  <a:pt x="16764" y="97409"/>
                </a:cubicBezTo>
                <a:cubicBezTo>
                  <a:pt x="14097" y="94742"/>
                  <a:pt x="11684" y="92075"/>
                  <a:pt x="9652" y="88900"/>
                </a:cubicBezTo>
                <a:cubicBezTo>
                  <a:pt x="7620" y="85725"/>
                  <a:pt x="5842" y="82550"/>
                  <a:pt x="4318" y="78994"/>
                </a:cubicBezTo>
                <a:cubicBezTo>
                  <a:pt x="2794" y="75438"/>
                  <a:pt x="1778" y="72009"/>
                  <a:pt x="1143" y="68326"/>
                </a:cubicBezTo>
                <a:cubicBezTo>
                  <a:pt x="508" y="64643"/>
                  <a:pt x="0" y="60960"/>
                  <a:pt x="0" y="57150"/>
                </a:cubicBezTo>
                <a:cubicBezTo>
                  <a:pt x="0" y="53340"/>
                  <a:pt x="381" y="49657"/>
                  <a:pt x="1143" y="45974"/>
                </a:cubicBezTo>
                <a:cubicBezTo>
                  <a:pt x="1905" y="42291"/>
                  <a:pt x="2921" y="38735"/>
                  <a:pt x="4445" y="35306"/>
                </a:cubicBezTo>
                <a:cubicBezTo>
                  <a:pt x="5969" y="31877"/>
                  <a:pt x="7493" y="28575"/>
                  <a:pt x="9652" y="25400"/>
                </a:cubicBezTo>
                <a:cubicBezTo>
                  <a:pt x="11811" y="22225"/>
                  <a:pt x="14097" y="19431"/>
                  <a:pt x="16764" y="16764"/>
                </a:cubicBezTo>
                <a:cubicBezTo>
                  <a:pt x="19431" y="14097"/>
                  <a:pt x="22352" y="11684"/>
                  <a:pt x="25400" y="9652"/>
                </a:cubicBezTo>
                <a:cubicBezTo>
                  <a:pt x="28448" y="7620"/>
                  <a:pt x="31877" y="5842"/>
                  <a:pt x="35306" y="4318"/>
                </a:cubicBezTo>
                <a:cubicBezTo>
                  <a:pt x="38735" y="2794"/>
                  <a:pt x="42291" y="1778"/>
                  <a:pt x="45974" y="1016"/>
                </a:cubicBezTo>
                <a:cubicBezTo>
                  <a:pt x="49657" y="254"/>
                  <a:pt x="53340" y="0"/>
                  <a:pt x="57150" y="0"/>
                </a:cubicBezTo>
                <a:cubicBezTo>
                  <a:pt x="60960" y="0"/>
                  <a:pt x="64643" y="381"/>
                  <a:pt x="68326" y="1143"/>
                </a:cubicBezTo>
                <a:cubicBezTo>
                  <a:pt x="72009" y="1905"/>
                  <a:pt x="75565" y="2921"/>
                  <a:pt x="78994" y="4445"/>
                </a:cubicBezTo>
                <a:cubicBezTo>
                  <a:pt x="82423" y="5969"/>
                  <a:pt x="85725" y="7620"/>
                  <a:pt x="88900" y="9779"/>
                </a:cubicBezTo>
                <a:cubicBezTo>
                  <a:pt x="92075" y="11938"/>
                  <a:pt x="94869" y="14224"/>
                  <a:pt x="97536" y="16891"/>
                </a:cubicBezTo>
                <a:cubicBezTo>
                  <a:pt x="100203" y="19558"/>
                  <a:pt x="102616" y="22479"/>
                  <a:pt x="104648" y="25527"/>
                </a:cubicBezTo>
                <a:cubicBezTo>
                  <a:pt x="106680" y="28575"/>
                  <a:pt x="108458" y="31877"/>
                  <a:pt x="109982" y="35433"/>
                </a:cubicBezTo>
                <a:cubicBezTo>
                  <a:pt x="111506" y="38989"/>
                  <a:pt x="112522" y="42418"/>
                  <a:pt x="113284" y="46101"/>
                </a:cubicBezTo>
                <a:cubicBezTo>
                  <a:pt x="114046" y="49784"/>
                  <a:pt x="114300" y="53340"/>
                  <a:pt x="114300" y="57150"/>
                </a:cubicBezTo>
                <a:close/>
              </a:path>
            </a:pathLst>
          </a:custGeom>
          <a:solidFill>
            <a:srgbClr val="C77C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0" name="Google Shape;220;p5"/>
          <p:cNvGrpSpPr/>
          <p:nvPr/>
        </p:nvGrpSpPr>
        <p:grpSpPr>
          <a:xfrm>
            <a:off x="15482862" y="7359802"/>
            <a:ext cx="2805182" cy="2927350"/>
            <a:chOff x="66040" y="63500"/>
            <a:chExt cx="2805176" cy="2927350"/>
          </a:xfrm>
        </p:grpSpPr>
        <p:sp>
          <p:nvSpPr>
            <p:cNvPr id="221" name="Google Shape;221;p5"/>
            <p:cNvSpPr/>
            <p:nvPr/>
          </p:nvSpPr>
          <p:spPr>
            <a:xfrm>
              <a:off x="66040" y="63500"/>
              <a:ext cx="2805176" cy="2927223"/>
            </a:xfrm>
            <a:custGeom>
              <a:rect b="b" l="l" r="r" t="t"/>
              <a:pathLst>
                <a:path extrusionOk="0" h="2927223" w="2805176">
                  <a:moveTo>
                    <a:pt x="2305558" y="0"/>
                  </a:moveTo>
                  <a:cubicBezTo>
                    <a:pt x="2279015" y="0"/>
                    <a:pt x="2251837" y="762"/>
                    <a:pt x="2224151" y="2413"/>
                  </a:cubicBezTo>
                  <a:cubicBezTo>
                    <a:pt x="1677543" y="34163"/>
                    <a:pt x="1384554" y="345186"/>
                    <a:pt x="1345311" y="935228"/>
                  </a:cubicBezTo>
                  <a:cubicBezTo>
                    <a:pt x="1306068" y="1525270"/>
                    <a:pt x="1029970" y="1967611"/>
                    <a:pt x="516890" y="2261870"/>
                  </a:cubicBezTo>
                  <a:cubicBezTo>
                    <a:pt x="195072" y="2446401"/>
                    <a:pt x="22860" y="2668270"/>
                    <a:pt x="0" y="2927223"/>
                  </a:cubicBezTo>
                  <a:lnTo>
                    <a:pt x="2805176" y="2927223"/>
                  </a:lnTo>
                  <a:lnTo>
                    <a:pt x="2805176" y="133350"/>
                  </a:lnTo>
                  <a:lnTo>
                    <a:pt x="2805176" y="133350"/>
                  </a:lnTo>
                  <a:cubicBezTo>
                    <a:pt x="2669413" y="44450"/>
                    <a:pt x="2502916" y="0"/>
                    <a:pt x="2305558" y="0"/>
                  </a:cubicBezTo>
                  <a:close/>
                </a:path>
              </a:pathLst>
            </a:custGeom>
            <a:solidFill>
              <a:srgbClr val="A24A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5"/>
            <p:cNvSpPr/>
            <p:nvPr/>
          </p:nvSpPr>
          <p:spPr>
            <a:xfrm>
              <a:off x="804926" y="1195959"/>
              <a:ext cx="2066290" cy="1794891"/>
            </a:xfrm>
            <a:custGeom>
              <a:rect b="b" l="l" r="r" t="t"/>
              <a:pathLst>
                <a:path extrusionOk="0" h="1794891" w="2066290">
                  <a:moveTo>
                    <a:pt x="2066290" y="0"/>
                  </a:moveTo>
                  <a:cubicBezTo>
                    <a:pt x="1981835" y="1016"/>
                    <a:pt x="1899031" y="17526"/>
                    <a:pt x="1822196" y="58420"/>
                  </a:cubicBezTo>
                  <a:cubicBezTo>
                    <a:pt x="1696212" y="125603"/>
                    <a:pt x="1634109" y="252095"/>
                    <a:pt x="1580896" y="378206"/>
                  </a:cubicBezTo>
                  <a:cubicBezTo>
                    <a:pt x="1553083" y="444246"/>
                    <a:pt x="1525016" y="510159"/>
                    <a:pt x="1486154" y="570611"/>
                  </a:cubicBezTo>
                  <a:cubicBezTo>
                    <a:pt x="1449324" y="627888"/>
                    <a:pt x="1403985" y="680085"/>
                    <a:pt x="1353693" y="725805"/>
                  </a:cubicBezTo>
                  <a:cubicBezTo>
                    <a:pt x="1254252" y="816102"/>
                    <a:pt x="1131443" y="880872"/>
                    <a:pt x="1000760" y="911098"/>
                  </a:cubicBezTo>
                  <a:cubicBezTo>
                    <a:pt x="860933" y="943356"/>
                    <a:pt x="714121" y="929894"/>
                    <a:pt x="577469" y="978789"/>
                  </a:cubicBezTo>
                  <a:cubicBezTo>
                    <a:pt x="440436" y="1027938"/>
                    <a:pt x="323723" y="1121537"/>
                    <a:pt x="218694" y="1219962"/>
                  </a:cubicBezTo>
                  <a:cubicBezTo>
                    <a:pt x="117094" y="1315212"/>
                    <a:pt x="24765" y="1431163"/>
                    <a:pt x="8509" y="1573911"/>
                  </a:cubicBezTo>
                  <a:cubicBezTo>
                    <a:pt x="0" y="1648587"/>
                    <a:pt x="10160" y="1724279"/>
                    <a:pt x="35433" y="1794637"/>
                  </a:cubicBezTo>
                  <a:lnTo>
                    <a:pt x="83566" y="1794637"/>
                  </a:lnTo>
                  <a:cubicBezTo>
                    <a:pt x="64008" y="1745488"/>
                    <a:pt x="53086" y="1693418"/>
                    <a:pt x="51308" y="1640332"/>
                  </a:cubicBezTo>
                  <a:cubicBezTo>
                    <a:pt x="46863" y="1506982"/>
                    <a:pt x="113411" y="1393571"/>
                    <a:pt x="203200" y="1299337"/>
                  </a:cubicBezTo>
                  <a:cubicBezTo>
                    <a:pt x="299720" y="1197991"/>
                    <a:pt x="414655" y="1100201"/>
                    <a:pt x="542798" y="1041908"/>
                  </a:cubicBezTo>
                  <a:cubicBezTo>
                    <a:pt x="606933" y="1012698"/>
                    <a:pt x="674370" y="996696"/>
                    <a:pt x="743966" y="988314"/>
                  </a:cubicBezTo>
                  <a:cubicBezTo>
                    <a:pt x="812673" y="980059"/>
                    <a:pt x="881888" y="977265"/>
                    <a:pt x="950214" y="966724"/>
                  </a:cubicBezTo>
                  <a:cubicBezTo>
                    <a:pt x="1078738" y="947039"/>
                    <a:pt x="1201420" y="897001"/>
                    <a:pt x="1307211" y="821309"/>
                  </a:cubicBezTo>
                  <a:cubicBezTo>
                    <a:pt x="1411732" y="746633"/>
                    <a:pt x="1499616" y="648589"/>
                    <a:pt x="1559687" y="534924"/>
                  </a:cubicBezTo>
                  <a:cubicBezTo>
                    <a:pt x="1625346" y="410845"/>
                    <a:pt x="1658112" y="263271"/>
                    <a:pt x="1759712" y="161036"/>
                  </a:cubicBezTo>
                  <a:cubicBezTo>
                    <a:pt x="1843151" y="77089"/>
                    <a:pt x="1952498" y="47498"/>
                    <a:pt x="2066290" y="46228"/>
                  </a:cubicBezTo>
                  <a:lnTo>
                    <a:pt x="2066290" y="46228"/>
                  </a:lnTo>
                  <a:lnTo>
                    <a:pt x="2066290" y="0"/>
                  </a:lnTo>
                  <a:close/>
                  <a:moveTo>
                    <a:pt x="845693" y="1557020"/>
                  </a:moveTo>
                  <a:cubicBezTo>
                    <a:pt x="791972" y="1557020"/>
                    <a:pt x="736854" y="1570990"/>
                    <a:pt x="690245" y="1593723"/>
                  </a:cubicBezTo>
                  <a:cubicBezTo>
                    <a:pt x="625475" y="1625219"/>
                    <a:pt x="569341" y="1671828"/>
                    <a:pt x="514858" y="1718183"/>
                  </a:cubicBezTo>
                  <a:cubicBezTo>
                    <a:pt x="487680" y="1741424"/>
                    <a:pt x="460756" y="1766443"/>
                    <a:pt x="439166" y="1794764"/>
                  </a:cubicBezTo>
                  <a:lnTo>
                    <a:pt x="498856" y="1794764"/>
                  </a:lnTo>
                  <a:cubicBezTo>
                    <a:pt x="499618" y="1793875"/>
                    <a:pt x="500507" y="1793113"/>
                    <a:pt x="501269" y="1792224"/>
                  </a:cubicBezTo>
                  <a:cubicBezTo>
                    <a:pt x="549910" y="1742313"/>
                    <a:pt x="607695" y="1696466"/>
                    <a:pt x="666623" y="1659255"/>
                  </a:cubicBezTo>
                  <a:cubicBezTo>
                    <a:pt x="719328" y="1625854"/>
                    <a:pt x="778256" y="1601343"/>
                    <a:pt x="841248" y="1601343"/>
                  </a:cubicBezTo>
                  <a:cubicBezTo>
                    <a:pt x="844042" y="1601343"/>
                    <a:pt x="846836" y="1601343"/>
                    <a:pt x="849630" y="1601470"/>
                  </a:cubicBezTo>
                  <a:cubicBezTo>
                    <a:pt x="908050" y="1603502"/>
                    <a:pt x="968121" y="1628013"/>
                    <a:pt x="999617" y="1679321"/>
                  </a:cubicBezTo>
                  <a:cubicBezTo>
                    <a:pt x="1021207" y="1714373"/>
                    <a:pt x="1024636" y="1755394"/>
                    <a:pt x="1016508" y="1794891"/>
                  </a:cubicBezTo>
                  <a:lnTo>
                    <a:pt x="1062355" y="1794891"/>
                  </a:lnTo>
                  <a:cubicBezTo>
                    <a:pt x="1070991" y="1745869"/>
                    <a:pt x="1065022" y="1695577"/>
                    <a:pt x="1035558" y="1650619"/>
                  </a:cubicBezTo>
                  <a:cubicBezTo>
                    <a:pt x="991743" y="1583690"/>
                    <a:pt x="920115" y="1557147"/>
                    <a:pt x="845820" y="1557147"/>
                  </a:cubicBezTo>
                  <a:close/>
                </a:path>
              </a:pathLst>
            </a:custGeom>
            <a:solidFill>
              <a:srgbClr val="F2B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3" name="Google Shape;223;p5"/>
          <p:cNvSpPr/>
          <p:nvPr/>
        </p:nvSpPr>
        <p:spPr>
          <a:xfrm>
            <a:off x="16763457" y="5839263"/>
            <a:ext cx="990600" cy="990600"/>
          </a:xfrm>
          <a:custGeom>
            <a:rect b="b" l="l" r="r" t="t"/>
            <a:pathLst>
              <a:path extrusionOk="0" h="990600" w="990600">
                <a:moveTo>
                  <a:pt x="495300" y="0"/>
                </a:moveTo>
                <a:cubicBezTo>
                  <a:pt x="480949" y="469011"/>
                  <a:pt x="469011" y="480949"/>
                  <a:pt x="0" y="495300"/>
                </a:cubicBezTo>
                <a:cubicBezTo>
                  <a:pt x="469011" y="509651"/>
                  <a:pt x="480949" y="521589"/>
                  <a:pt x="495300" y="990600"/>
                </a:cubicBezTo>
                <a:cubicBezTo>
                  <a:pt x="509651" y="521081"/>
                  <a:pt x="521589" y="509651"/>
                  <a:pt x="990600" y="495300"/>
                </a:cubicBezTo>
                <a:cubicBezTo>
                  <a:pt x="521589" y="480949"/>
                  <a:pt x="509651" y="469011"/>
                  <a:pt x="495300" y="0"/>
                </a:cubicBezTo>
                <a:close/>
              </a:path>
            </a:pathLst>
          </a:custGeom>
          <a:solidFill>
            <a:srgbClr val="C77C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5"/>
          <p:cNvSpPr/>
          <p:nvPr/>
        </p:nvSpPr>
        <p:spPr>
          <a:xfrm>
            <a:off x="195320" y="5355641"/>
            <a:ext cx="2401062" cy="1869815"/>
          </a:xfrm>
          <a:custGeom>
            <a:rect b="b" l="l" r="r" t="t"/>
            <a:pathLst>
              <a:path extrusionOk="0" h="1869821" w="2401062">
                <a:moveTo>
                  <a:pt x="0" y="1869821"/>
                </a:moveTo>
                <a:lnTo>
                  <a:pt x="2401062" y="1869821"/>
                </a:lnTo>
                <a:lnTo>
                  <a:pt x="240106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grpSp>
        <p:nvGrpSpPr>
          <p:cNvPr id="225" name="Google Shape;225;p5"/>
          <p:cNvGrpSpPr/>
          <p:nvPr/>
        </p:nvGrpSpPr>
        <p:grpSpPr>
          <a:xfrm>
            <a:off x="-3" y="-3"/>
            <a:ext cx="4693282" cy="3609337"/>
            <a:chOff x="63500" y="63500"/>
            <a:chExt cx="4693285" cy="3609340"/>
          </a:xfrm>
        </p:grpSpPr>
        <p:sp>
          <p:nvSpPr>
            <p:cNvPr id="226" name="Google Shape;226;p5"/>
            <p:cNvSpPr/>
            <p:nvPr/>
          </p:nvSpPr>
          <p:spPr>
            <a:xfrm>
              <a:off x="63500" y="63500"/>
              <a:ext cx="3858895" cy="2695575"/>
            </a:xfrm>
            <a:custGeom>
              <a:rect b="b" l="l" r="r" t="t"/>
              <a:pathLst>
                <a:path extrusionOk="0" h="2695575" w="3858895">
                  <a:moveTo>
                    <a:pt x="0" y="0"/>
                  </a:moveTo>
                  <a:lnTo>
                    <a:pt x="0" y="2695575"/>
                  </a:lnTo>
                  <a:lnTo>
                    <a:pt x="3858895" y="2695575"/>
                  </a:lnTo>
                  <a:lnTo>
                    <a:pt x="385889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7" name="Google Shape;227;p5"/>
            <p:cNvSpPr/>
            <p:nvPr/>
          </p:nvSpPr>
          <p:spPr>
            <a:xfrm>
              <a:off x="63500" y="63500"/>
              <a:ext cx="4693285" cy="2290318"/>
            </a:xfrm>
            <a:custGeom>
              <a:rect b="b" l="l" r="r" t="t"/>
              <a:pathLst>
                <a:path extrusionOk="0" h="2290318" w="4693285">
                  <a:moveTo>
                    <a:pt x="0" y="0"/>
                  </a:moveTo>
                  <a:lnTo>
                    <a:pt x="0" y="2290318"/>
                  </a:lnTo>
                  <a:lnTo>
                    <a:pt x="4693285" y="2290318"/>
                  </a:lnTo>
                  <a:lnTo>
                    <a:pt x="469328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8" name="Google Shape;228;p5"/>
            <p:cNvSpPr/>
            <p:nvPr/>
          </p:nvSpPr>
          <p:spPr>
            <a:xfrm>
              <a:off x="393954" y="2569210"/>
              <a:ext cx="1103503" cy="1103630"/>
            </a:xfrm>
            <a:custGeom>
              <a:rect b="b" l="l" r="r" t="t"/>
              <a:pathLst>
                <a:path extrusionOk="0" h="1103630" w="1103503">
                  <a:moveTo>
                    <a:pt x="0" y="1103630"/>
                  </a:moveTo>
                  <a:lnTo>
                    <a:pt x="1103503" y="1103630"/>
                  </a:lnTo>
                  <a:lnTo>
                    <a:pt x="11035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sp>
        <p:nvSpPr>
          <p:cNvPr id="229" name="Google Shape;229;p5"/>
          <p:cNvSpPr/>
          <p:nvPr/>
        </p:nvSpPr>
        <p:spPr>
          <a:xfrm>
            <a:off x="1823561" y="7388447"/>
            <a:ext cx="2401062" cy="1869815"/>
          </a:xfrm>
          <a:custGeom>
            <a:rect b="b" l="l" r="r" t="t"/>
            <a:pathLst>
              <a:path extrusionOk="0" h="1869821" w="2401062">
                <a:moveTo>
                  <a:pt x="0" y="1869821"/>
                </a:moveTo>
                <a:lnTo>
                  <a:pt x="2401062" y="1869821"/>
                </a:lnTo>
                <a:lnTo>
                  <a:pt x="240106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30" name="Google Shape;230;p5"/>
          <p:cNvSpPr/>
          <p:nvPr/>
        </p:nvSpPr>
        <p:spPr>
          <a:xfrm>
            <a:off x="3183131" y="4181551"/>
            <a:ext cx="2401062" cy="1869815"/>
          </a:xfrm>
          <a:custGeom>
            <a:rect b="b" l="l" r="r" t="t"/>
            <a:pathLst>
              <a:path extrusionOk="0" h="1869821" w="2401062">
                <a:moveTo>
                  <a:pt x="0" y="1869821"/>
                </a:moveTo>
                <a:lnTo>
                  <a:pt x="2401062" y="1869821"/>
                </a:lnTo>
                <a:lnTo>
                  <a:pt x="240106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grpSp>
        <p:nvGrpSpPr>
          <p:cNvPr id="231" name="Google Shape;231;p5"/>
          <p:cNvGrpSpPr/>
          <p:nvPr/>
        </p:nvGrpSpPr>
        <p:grpSpPr>
          <a:xfrm>
            <a:off x="14968496" y="5839260"/>
            <a:ext cx="3319532" cy="4447794"/>
            <a:chOff x="63500" y="63500"/>
            <a:chExt cx="3319526" cy="4447794"/>
          </a:xfrm>
        </p:grpSpPr>
        <p:sp>
          <p:nvSpPr>
            <p:cNvPr id="232" name="Google Shape;232;p5"/>
            <p:cNvSpPr/>
            <p:nvPr/>
          </p:nvSpPr>
          <p:spPr>
            <a:xfrm>
              <a:off x="1858518" y="63500"/>
              <a:ext cx="991743" cy="991743"/>
            </a:xfrm>
            <a:custGeom>
              <a:rect b="b" l="l" r="r" t="t"/>
              <a:pathLst>
                <a:path extrusionOk="0" h="991743" w="991743">
                  <a:moveTo>
                    <a:pt x="0" y="991743"/>
                  </a:moveTo>
                  <a:lnTo>
                    <a:pt x="991743" y="991743"/>
                  </a:lnTo>
                  <a:lnTo>
                    <a:pt x="9917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3" name="Google Shape;233;p5"/>
            <p:cNvSpPr/>
            <p:nvPr/>
          </p:nvSpPr>
          <p:spPr>
            <a:xfrm>
              <a:off x="63500" y="1027049"/>
              <a:ext cx="3319526" cy="3484245"/>
            </a:xfrm>
            <a:custGeom>
              <a:rect b="b" l="l" r="r" t="t"/>
              <a:pathLst>
                <a:path extrusionOk="0" h="3484245" w="3319526">
                  <a:moveTo>
                    <a:pt x="0" y="0"/>
                  </a:moveTo>
                  <a:lnTo>
                    <a:pt x="0" y="3484245"/>
                  </a:lnTo>
                  <a:lnTo>
                    <a:pt x="3319526" y="3484245"/>
                  </a:lnTo>
                  <a:lnTo>
                    <a:pt x="331952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4" name="Google Shape;234;p5"/>
            <p:cNvSpPr/>
            <p:nvPr/>
          </p:nvSpPr>
          <p:spPr>
            <a:xfrm>
              <a:off x="680212" y="1807210"/>
              <a:ext cx="2702814" cy="2704084"/>
            </a:xfrm>
            <a:custGeom>
              <a:rect b="b" l="l" r="r" t="t"/>
              <a:pathLst>
                <a:path extrusionOk="0" h="2704084" w="2702814">
                  <a:moveTo>
                    <a:pt x="0" y="0"/>
                  </a:moveTo>
                  <a:lnTo>
                    <a:pt x="0" y="2704084"/>
                  </a:lnTo>
                  <a:lnTo>
                    <a:pt x="2702814" y="2704084"/>
                  </a:lnTo>
                  <a:lnTo>
                    <a:pt x="270281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sp>
        <p:nvSpPr>
          <p:cNvPr id="235" name="Google Shape;235;p5"/>
          <p:cNvSpPr txBox="1"/>
          <p:nvPr/>
        </p:nvSpPr>
        <p:spPr>
          <a:xfrm>
            <a:off x="5177561" y="183185"/>
            <a:ext cx="2898629" cy="1792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3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57" u="none" cap="none" strike="noStrike">
                <a:solidFill>
                  <a:srgbClr val="A24A11"/>
                </a:solidFill>
                <a:latin typeface="Orienta"/>
                <a:ea typeface="Orienta"/>
                <a:cs typeface="Orienta"/>
                <a:sym typeface="Orienta"/>
              </a:rPr>
              <a:t>Step - 3</a:t>
            </a:r>
            <a:endParaRPr/>
          </a:p>
          <a:p>
            <a:pPr indent="0" lvl="0" marL="0" marR="0" rtl="0" algn="ctr">
              <a:lnSpc>
                <a:spcPct val="2330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8" u="none" cap="none" strike="noStrike">
                <a:solidFill>
                  <a:srgbClr val="C77C42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endParaRPr/>
          </a:p>
        </p:txBody>
      </p:sp>
      <p:sp>
        <p:nvSpPr>
          <p:cNvPr id="236" name="Google Shape;236;p5"/>
          <p:cNvSpPr txBox="1"/>
          <p:nvPr/>
        </p:nvSpPr>
        <p:spPr>
          <a:xfrm>
            <a:off x="5689768" y="5796410"/>
            <a:ext cx="10080060" cy="3132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57" u="none" cap="none" strike="noStrike">
                <a:solidFill>
                  <a:srgbClr val="A24A11"/>
                </a:solidFill>
                <a:latin typeface="Orienta"/>
                <a:ea typeface="Orienta"/>
                <a:cs typeface="Orienta"/>
                <a:sym typeface="Orienta"/>
              </a:rPr>
              <a:t>Step - 4</a:t>
            </a:r>
            <a:endParaRPr/>
          </a:p>
          <a:p>
            <a:pPr indent="0" lvl="0" marL="0" marR="0" rtl="0" algn="l">
              <a:lnSpc>
                <a:spcPct val="1393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8" u="none" cap="none" strike="noStrike">
                <a:solidFill>
                  <a:srgbClr val="C77C42"/>
                </a:solidFill>
                <a:latin typeface="Carlito"/>
                <a:ea typeface="Carlito"/>
                <a:cs typeface="Carlito"/>
                <a:sym typeface="Carlito"/>
              </a:rPr>
              <a:t>Step 4: Recalculate the centroids Find the average height of all students in each group. These averages become the new centroids.</a:t>
            </a:r>
            <a:endParaRPr/>
          </a:p>
        </p:txBody>
      </p:sp>
      <p:sp>
        <p:nvSpPr>
          <p:cNvPr id="237" name="Google Shape;237;p5"/>
          <p:cNvSpPr txBox="1"/>
          <p:nvPr/>
        </p:nvSpPr>
        <p:spPr>
          <a:xfrm>
            <a:off x="549916" y="5921340"/>
            <a:ext cx="1725435" cy="602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Medium</a:t>
            </a:r>
            <a:endParaRPr/>
          </a:p>
        </p:txBody>
      </p:sp>
      <p:sp>
        <p:nvSpPr>
          <p:cNvPr id="238" name="Google Shape;238;p5"/>
          <p:cNvSpPr txBox="1"/>
          <p:nvPr/>
        </p:nvSpPr>
        <p:spPr>
          <a:xfrm>
            <a:off x="2446287" y="7954318"/>
            <a:ext cx="1178595" cy="602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Short</a:t>
            </a:r>
            <a:endParaRPr/>
          </a:p>
        </p:txBody>
      </p:sp>
      <p:sp>
        <p:nvSpPr>
          <p:cNvPr id="239" name="Google Shape;239;p5"/>
          <p:cNvSpPr txBox="1"/>
          <p:nvPr/>
        </p:nvSpPr>
        <p:spPr>
          <a:xfrm>
            <a:off x="4025579" y="4851216"/>
            <a:ext cx="730472" cy="602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Tall</a:t>
            </a:r>
            <a:endParaRPr/>
          </a:p>
        </p:txBody>
      </p:sp>
      <p:sp>
        <p:nvSpPr>
          <p:cNvPr id="240" name="Google Shape;240;p5"/>
          <p:cNvSpPr txBox="1"/>
          <p:nvPr/>
        </p:nvSpPr>
        <p:spPr>
          <a:xfrm>
            <a:off x="5689768" y="1348540"/>
            <a:ext cx="10060886" cy="660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3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8" u="none" cap="none" strike="noStrike">
                <a:solidFill>
                  <a:srgbClr val="C77C42"/>
                </a:solidFill>
                <a:latin typeface="Carlito"/>
                <a:ea typeface="Carlito"/>
                <a:cs typeface="Carlito"/>
                <a:sym typeface="Carlito"/>
              </a:rPr>
              <a:t>Step3: Assign each data point to the closest centroid</a:t>
            </a:r>
            <a:endParaRPr/>
          </a:p>
        </p:txBody>
      </p:sp>
      <p:sp>
        <p:nvSpPr>
          <p:cNvPr id="241" name="Google Shape;241;p5"/>
          <p:cNvSpPr txBox="1"/>
          <p:nvPr/>
        </p:nvSpPr>
        <p:spPr>
          <a:xfrm>
            <a:off x="6468732" y="1986715"/>
            <a:ext cx="11006290" cy="193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3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8" u="none" cap="none" strike="noStrike">
                <a:solidFill>
                  <a:srgbClr val="C77C42"/>
                </a:solidFill>
                <a:latin typeface="Carlito"/>
                <a:ea typeface="Carlito"/>
                <a:cs typeface="Carlito"/>
                <a:sym typeface="Carlito"/>
              </a:rPr>
              <a:t>For each student (height), calculate the distance to all 3 centroids. Assign them to the closest group.</a:t>
            </a:r>
            <a:endParaRPr/>
          </a:p>
        </p:txBody>
      </p:sp>
      <p:sp>
        <p:nvSpPr>
          <p:cNvPr id="242" name="Google Shape;242;p5"/>
          <p:cNvSpPr txBox="1"/>
          <p:nvPr/>
        </p:nvSpPr>
        <p:spPr>
          <a:xfrm>
            <a:off x="5689768" y="3901240"/>
            <a:ext cx="7488212" cy="660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3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8" u="none" cap="none" strike="noStrike">
                <a:solidFill>
                  <a:srgbClr val="C77C42"/>
                </a:solidFill>
                <a:latin typeface="Carlito"/>
                <a:ea typeface="Carlito"/>
                <a:cs typeface="Carlito"/>
                <a:sym typeface="Carlito"/>
              </a:rPr>
              <a:t>Now you’ve formed 3 groups (clusters).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E9DC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6"/>
          <p:cNvGrpSpPr/>
          <p:nvPr/>
        </p:nvGrpSpPr>
        <p:grpSpPr>
          <a:xfrm>
            <a:off x="-17" y="-140"/>
            <a:ext cx="4661913" cy="2276729"/>
            <a:chOff x="994537" y="1618234"/>
            <a:chExt cx="4661915" cy="2276729"/>
          </a:xfrm>
        </p:grpSpPr>
        <p:sp>
          <p:nvSpPr>
            <p:cNvPr id="248" name="Google Shape;248;p6"/>
            <p:cNvSpPr/>
            <p:nvPr/>
          </p:nvSpPr>
          <p:spPr>
            <a:xfrm>
              <a:off x="994537" y="1618361"/>
              <a:ext cx="4661915" cy="2276602"/>
            </a:xfrm>
            <a:custGeom>
              <a:rect b="b" l="l" r="r" t="t"/>
              <a:pathLst>
                <a:path extrusionOk="0" h="2276602" w="4661915">
                  <a:moveTo>
                    <a:pt x="0" y="0"/>
                  </a:moveTo>
                  <a:lnTo>
                    <a:pt x="0" y="2204466"/>
                  </a:lnTo>
                  <a:cubicBezTo>
                    <a:pt x="128651" y="2252853"/>
                    <a:pt x="259715" y="2276602"/>
                    <a:pt x="394589" y="2276602"/>
                  </a:cubicBezTo>
                  <a:cubicBezTo>
                    <a:pt x="437007" y="2276602"/>
                    <a:pt x="479806" y="2274189"/>
                    <a:pt x="522986" y="2269617"/>
                  </a:cubicBezTo>
                  <a:cubicBezTo>
                    <a:pt x="746506" y="2245360"/>
                    <a:pt x="941197" y="2159508"/>
                    <a:pt x="1106043" y="2008251"/>
                  </a:cubicBezTo>
                  <a:cubicBezTo>
                    <a:pt x="1214628" y="1908302"/>
                    <a:pt x="1314069" y="1798828"/>
                    <a:pt x="1410208" y="1686814"/>
                  </a:cubicBezTo>
                  <a:cubicBezTo>
                    <a:pt x="1546225" y="1528445"/>
                    <a:pt x="1689862" y="1377569"/>
                    <a:pt x="1858010" y="1252474"/>
                  </a:cubicBezTo>
                  <a:cubicBezTo>
                    <a:pt x="2009267" y="1139825"/>
                    <a:pt x="2174367" y="1050163"/>
                    <a:pt x="2361438" y="1019048"/>
                  </a:cubicBezTo>
                  <a:cubicBezTo>
                    <a:pt x="2465324" y="1001776"/>
                    <a:pt x="2569337" y="992124"/>
                    <a:pt x="2673604" y="992124"/>
                  </a:cubicBezTo>
                  <a:cubicBezTo>
                    <a:pt x="2784475" y="992124"/>
                    <a:pt x="2895600" y="1003046"/>
                    <a:pt x="3007360" y="1027557"/>
                  </a:cubicBezTo>
                  <a:cubicBezTo>
                    <a:pt x="3145536" y="1057783"/>
                    <a:pt x="3285617" y="1079373"/>
                    <a:pt x="3427857" y="1079373"/>
                  </a:cubicBezTo>
                  <a:cubicBezTo>
                    <a:pt x="3476497" y="1079373"/>
                    <a:pt x="3525393" y="1076833"/>
                    <a:pt x="3574541" y="1071372"/>
                  </a:cubicBezTo>
                  <a:cubicBezTo>
                    <a:pt x="3898264" y="1034923"/>
                    <a:pt x="4158995" y="892429"/>
                    <a:pt x="4359401" y="636778"/>
                  </a:cubicBezTo>
                  <a:cubicBezTo>
                    <a:pt x="4507737" y="447167"/>
                    <a:pt x="4601971" y="231521"/>
                    <a:pt x="4661915" y="0"/>
                  </a:cubicBezTo>
                  <a:close/>
                </a:path>
              </a:pathLst>
            </a:custGeom>
            <a:solidFill>
              <a:srgbClr val="A24A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6"/>
            <p:cNvSpPr/>
            <p:nvPr/>
          </p:nvSpPr>
          <p:spPr>
            <a:xfrm>
              <a:off x="994537" y="1618234"/>
              <a:ext cx="3563238" cy="1833118"/>
            </a:xfrm>
            <a:custGeom>
              <a:rect b="b" l="l" r="r" t="t"/>
              <a:pathLst>
                <a:path extrusionOk="0" h="1833118" w="3563238">
                  <a:moveTo>
                    <a:pt x="364109" y="808482"/>
                  </a:moveTo>
                  <a:cubicBezTo>
                    <a:pt x="390398" y="808482"/>
                    <a:pt x="416560" y="810514"/>
                    <a:pt x="442468" y="814705"/>
                  </a:cubicBezTo>
                  <a:cubicBezTo>
                    <a:pt x="564896" y="834517"/>
                    <a:pt x="675132" y="903224"/>
                    <a:pt x="753237" y="998855"/>
                  </a:cubicBezTo>
                  <a:cubicBezTo>
                    <a:pt x="831469" y="1094613"/>
                    <a:pt x="886841" y="1222629"/>
                    <a:pt x="878078" y="1348105"/>
                  </a:cubicBezTo>
                  <a:cubicBezTo>
                    <a:pt x="873633" y="1411732"/>
                    <a:pt x="850138" y="1476375"/>
                    <a:pt x="798576" y="1516761"/>
                  </a:cubicBezTo>
                  <a:cubicBezTo>
                    <a:pt x="759333" y="1547495"/>
                    <a:pt x="710438" y="1560449"/>
                    <a:pt x="661162" y="1560449"/>
                  </a:cubicBezTo>
                  <a:cubicBezTo>
                    <a:pt x="656336" y="1560449"/>
                    <a:pt x="651383" y="1560322"/>
                    <a:pt x="646557" y="1560068"/>
                  </a:cubicBezTo>
                  <a:cubicBezTo>
                    <a:pt x="529971" y="1554099"/>
                    <a:pt x="424434" y="1488440"/>
                    <a:pt x="346075" y="1405509"/>
                  </a:cubicBezTo>
                  <a:cubicBezTo>
                    <a:pt x="207137" y="1258443"/>
                    <a:pt x="139573" y="1034161"/>
                    <a:pt x="195580" y="838073"/>
                  </a:cubicBezTo>
                  <a:cubicBezTo>
                    <a:pt x="249301" y="818388"/>
                    <a:pt x="306832" y="808355"/>
                    <a:pt x="364109" y="808355"/>
                  </a:cubicBezTo>
                  <a:close/>
                  <a:moveTo>
                    <a:pt x="1661668" y="127"/>
                  </a:moveTo>
                  <a:cubicBezTo>
                    <a:pt x="1689354" y="126111"/>
                    <a:pt x="1752219" y="248031"/>
                    <a:pt x="1823847" y="353822"/>
                  </a:cubicBezTo>
                  <a:cubicBezTo>
                    <a:pt x="1973326" y="574294"/>
                    <a:pt x="2168906" y="781939"/>
                    <a:pt x="2419604" y="884809"/>
                  </a:cubicBezTo>
                  <a:cubicBezTo>
                    <a:pt x="2477897" y="908685"/>
                    <a:pt x="2539111" y="926592"/>
                    <a:pt x="2601468" y="937641"/>
                  </a:cubicBezTo>
                  <a:lnTo>
                    <a:pt x="2601468" y="937641"/>
                  </a:lnTo>
                  <a:cubicBezTo>
                    <a:pt x="2541397" y="1155446"/>
                    <a:pt x="2441194" y="1362456"/>
                    <a:pt x="2304288" y="1542288"/>
                  </a:cubicBezTo>
                  <a:cubicBezTo>
                    <a:pt x="2226945" y="1643888"/>
                    <a:pt x="2135251" y="1753235"/>
                    <a:pt x="2008759" y="1792097"/>
                  </a:cubicBezTo>
                  <a:cubicBezTo>
                    <a:pt x="1976882" y="1801876"/>
                    <a:pt x="1944497" y="1806321"/>
                    <a:pt x="1912112" y="1806321"/>
                  </a:cubicBezTo>
                  <a:cubicBezTo>
                    <a:pt x="1825244" y="1806321"/>
                    <a:pt x="1739138" y="1774063"/>
                    <a:pt x="1666494" y="1726184"/>
                  </a:cubicBezTo>
                  <a:cubicBezTo>
                    <a:pt x="1435608" y="1574165"/>
                    <a:pt x="1369060" y="1291971"/>
                    <a:pt x="1287526" y="1045718"/>
                  </a:cubicBezTo>
                  <a:cubicBezTo>
                    <a:pt x="1213485" y="821944"/>
                    <a:pt x="1099312" y="569341"/>
                    <a:pt x="864997" y="475742"/>
                  </a:cubicBezTo>
                  <a:cubicBezTo>
                    <a:pt x="809752" y="453644"/>
                    <a:pt x="751586" y="443357"/>
                    <a:pt x="693420" y="443357"/>
                  </a:cubicBezTo>
                  <a:cubicBezTo>
                    <a:pt x="535686" y="443357"/>
                    <a:pt x="377571" y="518795"/>
                    <a:pt x="274320" y="637921"/>
                  </a:cubicBezTo>
                  <a:cubicBezTo>
                    <a:pt x="227965" y="691515"/>
                    <a:pt x="195199" y="752475"/>
                    <a:pt x="175133" y="817118"/>
                  </a:cubicBezTo>
                  <a:cubicBezTo>
                    <a:pt x="162814" y="821944"/>
                    <a:pt x="150749" y="827278"/>
                    <a:pt x="138811" y="833247"/>
                  </a:cubicBezTo>
                  <a:cubicBezTo>
                    <a:pt x="83058" y="860679"/>
                    <a:pt x="37592" y="896620"/>
                    <a:pt x="0" y="938530"/>
                  </a:cubicBezTo>
                  <a:lnTo>
                    <a:pt x="0" y="938530"/>
                  </a:lnTo>
                  <a:lnTo>
                    <a:pt x="0" y="979551"/>
                  </a:lnTo>
                  <a:lnTo>
                    <a:pt x="0" y="979551"/>
                  </a:lnTo>
                  <a:cubicBezTo>
                    <a:pt x="26035" y="946785"/>
                    <a:pt x="56007" y="917321"/>
                    <a:pt x="90932" y="892556"/>
                  </a:cubicBezTo>
                  <a:cubicBezTo>
                    <a:pt x="114554" y="875919"/>
                    <a:pt x="139700" y="861695"/>
                    <a:pt x="165989" y="849884"/>
                  </a:cubicBezTo>
                  <a:cubicBezTo>
                    <a:pt x="132715" y="987044"/>
                    <a:pt x="153416" y="1137158"/>
                    <a:pt x="217424" y="1266063"/>
                  </a:cubicBezTo>
                  <a:cubicBezTo>
                    <a:pt x="267716" y="1367282"/>
                    <a:pt x="343789" y="1456690"/>
                    <a:pt x="439420" y="1517650"/>
                  </a:cubicBezTo>
                  <a:cubicBezTo>
                    <a:pt x="503301" y="1558417"/>
                    <a:pt x="582549" y="1587246"/>
                    <a:pt x="660400" y="1587246"/>
                  </a:cubicBezTo>
                  <a:cubicBezTo>
                    <a:pt x="689102" y="1587246"/>
                    <a:pt x="717550" y="1583309"/>
                    <a:pt x="744855" y="1574673"/>
                  </a:cubicBezTo>
                  <a:cubicBezTo>
                    <a:pt x="861822" y="1537589"/>
                    <a:pt x="910463" y="1418590"/>
                    <a:pt x="905002" y="1303782"/>
                  </a:cubicBezTo>
                  <a:cubicBezTo>
                    <a:pt x="899414" y="1185672"/>
                    <a:pt x="846582" y="1068832"/>
                    <a:pt x="771398" y="978916"/>
                  </a:cubicBezTo>
                  <a:cubicBezTo>
                    <a:pt x="696341" y="889000"/>
                    <a:pt x="595122" y="821309"/>
                    <a:pt x="480314" y="794639"/>
                  </a:cubicBezTo>
                  <a:cubicBezTo>
                    <a:pt x="442341" y="785876"/>
                    <a:pt x="403225" y="781431"/>
                    <a:pt x="364109" y="781431"/>
                  </a:cubicBezTo>
                  <a:cubicBezTo>
                    <a:pt x="310388" y="781431"/>
                    <a:pt x="256667" y="789686"/>
                    <a:pt x="205613" y="806069"/>
                  </a:cubicBezTo>
                  <a:cubicBezTo>
                    <a:pt x="212598" y="786638"/>
                    <a:pt x="220980" y="767461"/>
                    <a:pt x="230632" y="748919"/>
                  </a:cubicBezTo>
                  <a:cubicBezTo>
                    <a:pt x="316992" y="582295"/>
                    <a:pt x="504571" y="469900"/>
                    <a:pt x="692277" y="469900"/>
                  </a:cubicBezTo>
                  <a:cubicBezTo>
                    <a:pt x="731012" y="469900"/>
                    <a:pt x="769874" y="474726"/>
                    <a:pt x="807720" y="484759"/>
                  </a:cubicBezTo>
                  <a:cubicBezTo>
                    <a:pt x="1061847" y="552450"/>
                    <a:pt x="1185037" y="823595"/>
                    <a:pt x="1260602" y="1051052"/>
                  </a:cubicBezTo>
                  <a:cubicBezTo>
                    <a:pt x="1341882" y="1295654"/>
                    <a:pt x="1407541" y="1572133"/>
                    <a:pt x="1628013" y="1732153"/>
                  </a:cubicBezTo>
                  <a:cubicBezTo>
                    <a:pt x="1709674" y="1791462"/>
                    <a:pt x="1808861" y="1833118"/>
                    <a:pt x="1910588" y="1833118"/>
                  </a:cubicBezTo>
                  <a:cubicBezTo>
                    <a:pt x="1926336" y="1833118"/>
                    <a:pt x="1942211" y="1832102"/>
                    <a:pt x="1957959" y="1830070"/>
                  </a:cubicBezTo>
                  <a:cubicBezTo>
                    <a:pt x="2085975" y="1813179"/>
                    <a:pt x="2185288" y="1726311"/>
                    <a:pt x="2266188" y="1631569"/>
                  </a:cubicBezTo>
                  <a:cubicBezTo>
                    <a:pt x="2436241" y="1432433"/>
                    <a:pt x="2558415" y="1193673"/>
                    <a:pt x="2627757" y="941578"/>
                  </a:cubicBezTo>
                  <a:lnTo>
                    <a:pt x="2627757" y="941578"/>
                  </a:lnTo>
                  <a:cubicBezTo>
                    <a:pt x="2666872" y="947293"/>
                    <a:pt x="2706370" y="950214"/>
                    <a:pt x="2745613" y="950214"/>
                  </a:cubicBezTo>
                  <a:cubicBezTo>
                    <a:pt x="2884043" y="950214"/>
                    <a:pt x="3021076" y="913892"/>
                    <a:pt x="3137153" y="832104"/>
                  </a:cubicBezTo>
                  <a:cubicBezTo>
                    <a:pt x="3343909" y="686435"/>
                    <a:pt x="3455288" y="438150"/>
                    <a:pt x="3520058" y="201168"/>
                  </a:cubicBezTo>
                  <a:cubicBezTo>
                    <a:pt x="3538093" y="135001"/>
                    <a:pt x="3552443" y="67818"/>
                    <a:pt x="3563238" y="0"/>
                  </a:cubicBezTo>
                  <a:lnTo>
                    <a:pt x="3536441" y="0"/>
                  </a:lnTo>
                  <a:cubicBezTo>
                    <a:pt x="3505326" y="200152"/>
                    <a:pt x="3442843" y="399161"/>
                    <a:pt x="3338195" y="570865"/>
                  </a:cubicBezTo>
                  <a:cubicBezTo>
                    <a:pt x="3272028" y="679450"/>
                    <a:pt x="3184652" y="776986"/>
                    <a:pt x="3073654" y="840994"/>
                  </a:cubicBezTo>
                  <a:cubicBezTo>
                    <a:pt x="2974213" y="898271"/>
                    <a:pt x="2859786" y="924052"/>
                    <a:pt x="2745613" y="924052"/>
                  </a:cubicBezTo>
                  <a:cubicBezTo>
                    <a:pt x="2733421" y="924052"/>
                    <a:pt x="2721229" y="923798"/>
                    <a:pt x="2708910" y="923163"/>
                  </a:cubicBezTo>
                  <a:cubicBezTo>
                    <a:pt x="2683891" y="922020"/>
                    <a:pt x="2659126" y="919607"/>
                    <a:pt x="2634615" y="916051"/>
                  </a:cubicBezTo>
                  <a:lnTo>
                    <a:pt x="2634615" y="916051"/>
                  </a:lnTo>
                  <a:cubicBezTo>
                    <a:pt x="2701544" y="658114"/>
                    <a:pt x="2713228" y="384937"/>
                    <a:pt x="2663317" y="122936"/>
                  </a:cubicBezTo>
                  <a:cubicBezTo>
                    <a:pt x="2655570" y="82423"/>
                    <a:pt x="2646299" y="41148"/>
                    <a:pt x="2635123" y="0"/>
                  </a:cubicBezTo>
                  <a:lnTo>
                    <a:pt x="2607437" y="0"/>
                  </a:lnTo>
                  <a:cubicBezTo>
                    <a:pt x="2608453" y="3429"/>
                    <a:pt x="2609342" y="6858"/>
                    <a:pt x="2610231" y="10287"/>
                  </a:cubicBezTo>
                  <a:cubicBezTo>
                    <a:pt x="2680208" y="269875"/>
                    <a:pt x="2684145" y="546608"/>
                    <a:pt x="2631440" y="809752"/>
                  </a:cubicBezTo>
                  <a:cubicBezTo>
                    <a:pt x="2624582" y="844042"/>
                    <a:pt x="2616708" y="878078"/>
                    <a:pt x="2607945" y="911860"/>
                  </a:cubicBezTo>
                  <a:lnTo>
                    <a:pt x="2607945" y="911860"/>
                  </a:lnTo>
                  <a:cubicBezTo>
                    <a:pt x="2378837" y="870966"/>
                    <a:pt x="2178685" y="732536"/>
                    <a:pt x="2021586" y="562102"/>
                  </a:cubicBezTo>
                  <a:cubicBezTo>
                    <a:pt x="1929638" y="462406"/>
                    <a:pt x="1846199" y="351028"/>
                    <a:pt x="1779778" y="232537"/>
                  </a:cubicBezTo>
                  <a:cubicBezTo>
                    <a:pt x="1739011" y="160019"/>
                    <a:pt x="1705229" y="81534"/>
                    <a:pt x="1687068" y="0"/>
                  </a:cubicBezTo>
                  <a:close/>
                </a:path>
              </a:pathLst>
            </a:custGeom>
            <a:solidFill>
              <a:srgbClr val="F2B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0" name="Google Shape;250;p6"/>
          <p:cNvSpPr/>
          <p:nvPr/>
        </p:nvSpPr>
        <p:spPr>
          <a:xfrm>
            <a:off x="330451" y="2505770"/>
            <a:ext cx="1103376" cy="1103379"/>
          </a:xfrm>
          <a:custGeom>
            <a:rect b="b" l="l" r="r" t="t"/>
            <a:pathLst>
              <a:path extrusionOk="0" h="1103376" w="1103376">
                <a:moveTo>
                  <a:pt x="551688" y="0"/>
                </a:moveTo>
                <a:cubicBezTo>
                  <a:pt x="535686" y="522478"/>
                  <a:pt x="522478" y="535686"/>
                  <a:pt x="0" y="551688"/>
                </a:cubicBezTo>
                <a:cubicBezTo>
                  <a:pt x="522478" y="567690"/>
                  <a:pt x="535686" y="580898"/>
                  <a:pt x="551688" y="1103376"/>
                </a:cubicBezTo>
                <a:cubicBezTo>
                  <a:pt x="567690" y="580390"/>
                  <a:pt x="580898" y="567690"/>
                  <a:pt x="1103376" y="551688"/>
                </a:cubicBezTo>
                <a:cubicBezTo>
                  <a:pt x="580898" y="535686"/>
                  <a:pt x="567690" y="522478"/>
                  <a:pt x="551688" y="0"/>
                </a:cubicBezTo>
                <a:close/>
              </a:path>
            </a:pathLst>
          </a:custGeom>
          <a:solidFill>
            <a:srgbClr val="C77C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1" name="Google Shape;251;p6"/>
          <p:cNvGrpSpPr/>
          <p:nvPr/>
        </p:nvGrpSpPr>
        <p:grpSpPr>
          <a:xfrm>
            <a:off x="15482862" y="7359802"/>
            <a:ext cx="2805182" cy="2927350"/>
            <a:chOff x="66040" y="63500"/>
            <a:chExt cx="2805176" cy="2927350"/>
          </a:xfrm>
        </p:grpSpPr>
        <p:sp>
          <p:nvSpPr>
            <p:cNvPr id="252" name="Google Shape;252;p6"/>
            <p:cNvSpPr/>
            <p:nvPr/>
          </p:nvSpPr>
          <p:spPr>
            <a:xfrm>
              <a:off x="66040" y="63500"/>
              <a:ext cx="2805176" cy="2927223"/>
            </a:xfrm>
            <a:custGeom>
              <a:rect b="b" l="l" r="r" t="t"/>
              <a:pathLst>
                <a:path extrusionOk="0" h="2927223" w="2805176">
                  <a:moveTo>
                    <a:pt x="2305558" y="0"/>
                  </a:moveTo>
                  <a:cubicBezTo>
                    <a:pt x="2279015" y="0"/>
                    <a:pt x="2251837" y="762"/>
                    <a:pt x="2224151" y="2413"/>
                  </a:cubicBezTo>
                  <a:cubicBezTo>
                    <a:pt x="1677543" y="34163"/>
                    <a:pt x="1384554" y="345186"/>
                    <a:pt x="1345311" y="935228"/>
                  </a:cubicBezTo>
                  <a:cubicBezTo>
                    <a:pt x="1306068" y="1525270"/>
                    <a:pt x="1029970" y="1967611"/>
                    <a:pt x="516890" y="2261870"/>
                  </a:cubicBezTo>
                  <a:cubicBezTo>
                    <a:pt x="195072" y="2446401"/>
                    <a:pt x="22860" y="2668270"/>
                    <a:pt x="0" y="2927223"/>
                  </a:cubicBezTo>
                  <a:lnTo>
                    <a:pt x="2805176" y="2927223"/>
                  </a:lnTo>
                  <a:lnTo>
                    <a:pt x="2805176" y="133350"/>
                  </a:lnTo>
                  <a:lnTo>
                    <a:pt x="2805176" y="133350"/>
                  </a:lnTo>
                  <a:cubicBezTo>
                    <a:pt x="2669413" y="44450"/>
                    <a:pt x="2502916" y="0"/>
                    <a:pt x="2305558" y="0"/>
                  </a:cubicBezTo>
                  <a:close/>
                </a:path>
              </a:pathLst>
            </a:custGeom>
            <a:solidFill>
              <a:srgbClr val="A24A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6"/>
            <p:cNvSpPr/>
            <p:nvPr/>
          </p:nvSpPr>
          <p:spPr>
            <a:xfrm>
              <a:off x="804926" y="1195959"/>
              <a:ext cx="2066290" cy="1794891"/>
            </a:xfrm>
            <a:custGeom>
              <a:rect b="b" l="l" r="r" t="t"/>
              <a:pathLst>
                <a:path extrusionOk="0" h="1794891" w="2066290">
                  <a:moveTo>
                    <a:pt x="2066290" y="0"/>
                  </a:moveTo>
                  <a:cubicBezTo>
                    <a:pt x="1981835" y="1016"/>
                    <a:pt x="1899031" y="17526"/>
                    <a:pt x="1822196" y="58420"/>
                  </a:cubicBezTo>
                  <a:cubicBezTo>
                    <a:pt x="1696212" y="125603"/>
                    <a:pt x="1634109" y="252095"/>
                    <a:pt x="1580896" y="378206"/>
                  </a:cubicBezTo>
                  <a:cubicBezTo>
                    <a:pt x="1553083" y="444246"/>
                    <a:pt x="1525016" y="510159"/>
                    <a:pt x="1486154" y="570611"/>
                  </a:cubicBezTo>
                  <a:cubicBezTo>
                    <a:pt x="1449324" y="627888"/>
                    <a:pt x="1403985" y="680085"/>
                    <a:pt x="1353693" y="725805"/>
                  </a:cubicBezTo>
                  <a:cubicBezTo>
                    <a:pt x="1254252" y="816102"/>
                    <a:pt x="1131443" y="880872"/>
                    <a:pt x="1000760" y="911098"/>
                  </a:cubicBezTo>
                  <a:cubicBezTo>
                    <a:pt x="860933" y="943356"/>
                    <a:pt x="714121" y="929894"/>
                    <a:pt x="577469" y="978789"/>
                  </a:cubicBezTo>
                  <a:cubicBezTo>
                    <a:pt x="440436" y="1027938"/>
                    <a:pt x="323723" y="1121537"/>
                    <a:pt x="218694" y="1219962"/>
                  </a:cubicBezTo>
                  <a:cubicBezTo>
                    <a:pt x="117094" y="1315212"/>
                    <a:pt x="24765" y="1431163"/>
                    <a:pt x="8509" y="1573911"/>
                  </a:cubicBezTo>
                  <a:cubicBezTo>
                    <a:pt x="0" y="1648587"/>
                    <a:pt x="10160" y="1724279"/>
                    <a:pt x="35433" y="1794637"/>
                  </a:cubicBezTo>
                  <a:lnTo>
                    <a:pt x="83566" y="1794637"/>
                  </a:lnTo>
                  <a:cubicBezTo>
                    <a:pt x="64008" y="1745488"/>
                    <a:pt x="53086" y="1693418"/>
                    <a:pt x="51308" y="1640332"/>
                  </a:cubicBezTo>
                  <a:cubicBezTo>
                    <a:pt x="46863" y="1506982"/>
                    <a:pt x="113411" y="1393571"/>
                    <a:pt x="203200" y="1299337"/>
                  </a:cubicBezTo>
                  <a:cubicBezTo>
                    <a:pt x="299720" y="1197991"/>
                    <a:pt x="414655" y="1100201"/>
                    <a:pt x="542798" y="1041908"/>
                  </a:cubicBezTo>
                  <a:cubicBezTo>
                    <a:pt x="606933" y="1012698"/>
                    <a:pt x="674370" y="996696"/>
                    <a:pt x="743966" y="988314"/>
                  </a:cubicBezTo>
                  <a:cubicBezTo>
                    <a:pt x="812673" y="980059"/>
                    <a:pt x="881888" y="977265"/>
                    <a:pt x="950214" y="966724"/>
                  </a:cubicBezTo>
                  <a:cubicBezTo>
                    <a:pt x="1078738" y="947039"/>
                    <a:pt x="1201420" y="897001"/>
                    <a:pt x="1307211" y="821309"/>
                  </a:cubicBezTo>
                  <a:cubicBezTo>
                    <a:pt x="1411732" y="746633"/>
                    <a:pt x="1499616" y="648589"/>
                    <a:pt x="1559687" y="534924"/>
                  </a:cubicBezTo>
                  <a:cubicBezTo>
                    <a:pt x="1625346" y="410845"/>
                    <a:pt x="1658112" y="263271"/>
                    <a:pt x="1759712" y="161036"/>
                  </a:cubicBezTo>
                  <a:cubicBezTo>
                    <a:pt x="1843151" y="77089"/>
                    <a:pt x="1952498" y="47498"/>
                    <a:pt x="2066290" y="46228"/>
                  </a:cubicBezTo>
                  <a:lnTo>
                    <a:pt x="2066290" y="46228"/>
                  </a:lnTo>
                  <a:lnTo>
                    <a:pt x="2066290" y="0"/>
                  </a:lnTo>
                  <a:close/>
                  <a:moveTo>
                    <a:pt x="845693" y="1557020"/>
                  </a:moveTo>
                  <a:cubicBezTo>
                    <a:pt x="791972" y="1557020"/>
                    <a:pt x="736854" y="1570990"/>
                    <a:pt x="690245" y="1593723"/>
                  </a:cubicBezTo>
                  <a:cubicBezTo>
                    <a:pt x="625475" y="1625219"/>
                    <a:pt x="569341" y="1671828"/>
                    <a:pt x="514858" y="1718183"/>
                  </a:cubicBezTo>
                  <a:cubicBezTo>
                    <a:pt x="487680" y="1741424"/>
                    <a:pt x="460756" y="1766443"/>
                    <a:pt x="439166" y="1794764"/>
                  </a:cubicBezTo>
                  <a:lnTo>
                    <a:pt x="498856" y="1794764"/>
                  </a:lnTo>
                  <a:cubicBezTo>
                    <a:pt x="499618" y="1793875"/>
                    <a:pt x="500507" y="1793113"/>
                    <a:pt x="501269" y="1792224"/>
                  </a:cubicBezTo>
                  <a:cubicBezTo>
                    <a:pt x="549910" y="1742313"/>
                    <a:pt x="607695" y="1696466"/>
                    <a:pt x="666623" y="1659255"/>
                  </a:cubicBezTo>
                  <a:cubicBezTo>
                    <a:pt x="719328" y="1625854"/>
                    <a:pt x="778256" y="1601343"/>
                    <a:pt x="841248" y="1601343"/>
                  </a:cubicBezTo>
                  <a:cubicBezTo>
                    <a:pt x="844042" y="1601343"/>
                    <a:pt x="846836" y="1601343"/>
                    <a:pt x="849630" y="1601470"/>
                  </a:cubicBezTo>
                  <a:cubicBezTo>
                    <a:pt x="908050" y="1603502"/>
                    <a:pt x="968121" y="1628013"/>
                    <a:pt x="999617" y="1679321"/>
                  </a:cubicBezTo>
                  <a:cubicBezTo>
                    <a:pt x="1021207" y="1714373"/>
                    <a:pt x="1024636" y="1755394"/>
                    <a:pt x="1016508" y="1794891"/>
                  </a:cubicBezTo>
                  <a:lnTo>
                    <a:pt x="1062355" y="1794891"/>
                  </a:lnTo>
                  <a:cubicBezTo>
                    <a:pt x="1070991" y="1745869"/>
                    <a:pt x="1065022" y="1695577"/>
                    <a:pt x="1035558" y="1650619"/>
                  </a:cubicBezTo>
                  <a:cubicBezTo>
                    <a:pt x="991743" y="1583690"/>
                    <a:pt x="920115" y="1557147"/>
                    <a:pt x="845820" y="1557147"/>
                  </a:cubicBezTo>
                  <a:close/>
                </a:path>
              </a:pathLst>
            </a:custGeom>
            <a:solidFill>
              <a:srgbClr val="F2B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4" name="Google Shape;254;p6"/>
          <p:cNvSpPr/>
          <p:nvPr/>
        </p:nvSpPr>
        <p:spPr>
          <a:xfrm>
            <a:off x="16763457" y="5839263"/>
            <a:ext cx="990600" cy="990600"/>
          </a:xfrm>
          <a:custGeom>
            <a:rect b="b" l="l" r="r" t="t"/>
            <a:pathLst>
              <a:path extrusionOk="0" h="990600" w="990600">
                <a:moveTo>
                  <a:pt x="495300" y="0"/>
                </a:moveTo>
                <a:cubicBezTo>
                  <a:pt x="480949" y="469011"/>
                  <a:pt x="469011" y="480949"/>
                  <a:pt x="0" y="495300"/>
                </a:cubicBezTo>
                <a:cubicBezTo>
                  <a:pt x="469011" y="509651"/>
                  <a:pt x="480949" y="521589"/>
                  <a:pt x="495300" y="990600"/>
                </a:cubicBezTo>
                <a:cubicBezTo>
                  <a:pt x="509651" y="521081"/>
                  <a:pt x="521589" y="509651"/>
                  <a:pt x="990600" y="495300"/>
                </a:cubicBezTo>
                <a:cubicBezTo>
                  <a:pt x="521589" y="480949"/>
                  <a:pt x="509651" y="469011"/>
                  <a:pt x="495300" y="0"/>
                </a:cubicBezTo>
                <a:close/>
              </a:path>
            </a:pathLst>
          </a:custGeom>
          <a:solidFill>
            <a:srgbClr val="C77C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6"/>
          <p:cNvSpPr/>
          <p:nvPr/>
        </p:nvSpPr>
        <p:spPr>
          <a:xfrm>
            <a:off x="2533098" y="4943885"/>
            <a:ext cx="11296650" cy="4943475"/>
          </a:xfrm>
          <a:custGeom>
            <a:rect b="b" l="l" r="r" t="t"/>
            <a:pathLst>
              <a:path extrusionOk="0" h="4943475" w="11296650">
                <a:moveTo>
                  <a:pt x="0" y="0"/>
                </a:moveTo>
                <a:lnTo>
                  <a:pt x="11296650" y="0"/>
                </a:lnTo>
                <a:lnTo>
                  <a:pt x="11296650" y="4943475"/>
                </a:lnTo>
                <a:lnTo>
                  <a:pt x="0" y="4943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6" name="Google Shape;256;p6"/>
          <p:cNvSpPr/>
          <p:nvPr/>
        </p:nvSpPr>
        <p:spPr>
          <a:xfrm>
            <a:off x="4706417" y="2255625"/>
            <a:ext cx="114300" cy="114300"/>
          </a:xfrm>
          <a:custGeom>
            <a:rect b="b" l="l" r="r" t="t"/>
            <a:pathLst>
              <a:path extrusionOk="0" h="114300" w="114300">
                <a:moveTo>
                  <a:pt x="114300" y="57150"/>
                </a:moveTo>
                <a:cubicBezTo>
                  <a:pt x="114300" y="60960"/>
                  <a:pt x="113919" y="64643"/>
                  <a:pt x="113157" y="68326"/>
                </a:cubicBezTo>
                <a:cubicBezTo>
                  <a:pt x="112395" y="72009"/>
                  <a:pt x="111379" y="75565"/>
                  <a:pt x="109855" y="78994"/>
                </a:cubicBezTo>
                <a:cubicBezTo>
                  <a:pt x="108331" y="82423"/>
                  <a:pt x="106680" y="85725"/>
                  <a:pt x="104521" y="88900"/>
                </a:cubicBezTo>
                <a:cubicBezTo>
                  <a:pt x="102362" y="92075"/>
                  <a:pt x="100076" y="94869"/>
                  <a:pt x="97409" y="97536"/>
                </a:cubicBezTo>
                <a:cubicBezTo>
                  <a:pt x="94742" y="100203"/>
                  <a:pt x="91821" y="102616"/>
                  <a:pt x="88773" y="104648"/>
                </a:cubicBezTo>
                <a:cubicBezTo>
                  <a:pt x="85725" y="106680"/>
                  <a:pt x="82296" y="108458"/>
                  <a:pt x="78867" y="109982"/>
                </a:cubicBezTo>
                <a:cubicBezTo>
                  <a:pt x="75438" y="111506"/>
                  <a:pt x="71882" y="112522"/>
                  <a:pt x="68199" y="113284"/>
                </a:cubicBezTo>
                <a:cubicBezTo>
                  <a:pt x="64516" y="114046"/>
                  <a:pt x="60960" y="114300"/>
                  <a:pt x="57150" y="114300"/>
                </a:cubicBezTo>
                <a:cubicBezTo>
                  <a:pt x="53340" y="114300"/>
                  <a:pt x="49657" y="113919"/>
                  <a:pt x="45974" y="113157"/>
                </a:cubicBezTo>
                <a:cubicBezTo>
                  <a:pt x="42291" y="112395"/>
                  <a:pt x="38735" y="111379"/>
                  <a:pt x="35306" y="109855"/>
                </a:cubicBezTo>
                <a:cubicBezTo>
                  <a:pt x="31877" y="108331"/>
                  <a:pt x="28575" y="106680"/>
                  <a:pt x="25400" y="104521"/>
                </a:cubicBezTo>
                <a:cubicBezTo>
                  <a:pt x="22225" y="102362"/>
                  <a:pt x="19431" y="100076"/>
                  <a:pt x="16764" y="97409"/>
                </a:cubicBezTo>
                <a:cubicBezTo>
                  <a:pt x="14097" y="94742"/>
                  <a:pt x="11684" y="92075"/>
                  <a:pt x="9652" y="88900"/>
                </a:cubicBezTo>
                <a:cubicBezTo>
                  <a:pt x="7620" y="85725"/>
                  <a:pt x="5842" y="82550"/>
                  <a:pt x="4318" y="78994"/>
                </a:cubicBezTo>
                <a:cubicBezTo>
                  <a:pt x="2794" y="75438"/>
                  <a:pt x="1778" y="72009"/>
                  <a:pt x="1143" y="68326"/>
                </a:cubicBezTo>
                <a:cubicBezTo>
                  <a:pt x="508" y="64643"/>
                  <a:pt x="0" y="60960"/>
                  <a:pt x="0" y="57150"/>
                </a:cubicBezTo>
                <a:cubicBezTo>
                  <a:pt x="0" y="53340"/>
                  <a:pt x="381" y="49657"/>
                  <a:pt x="1143" y="45974"/>
                </a:cubicBezTo>
                <a:cubicBezTo>
                  <a:pt x="1905" y="42291"/>
                  <a:pt x="2921" y="38735"/>
                  <a:pt x="4445" y="35306"/>
                </a:cubicBezTo>
                <a:cubicBezTo>
                  <a:pt x="5969" y="31877"/>
                  <a:pt x="7493" y="28575"/>
                  <a:pt x="9652" y="25400"/>
                </a:cubicBezTo>
                <a:cubicBezTo>
                  <a:pt x="11811" y="22225"/>
                  <a:pt x="14097" y="19431"/>
                  <a:pt x="16764" y="16764"/>
                </a:cubicBezTo>
                <a:cubicBezTo>
                  <a:pt x="19431" y="14097"/>
                  <a:pt x="22352" y="11684"/>
                  <a:pt x="25400" y="9652"/>
                </a:cubicBezTo>
                <a:cubicBezTo>
                  <a:pt x="28448" y="7620"/>
                  <a:pt x="31877" y="5842"/>
                  <a:pt x="35306" y="4318"/>
                </a:cubicBezTo>
                <a:cubicBezTo>
                  <a:pt x="38735" y="2794"/>
                  <a:pt x="42291" y="1778"/>
                  <a:pt x="45974" y="1016"/>
                </a:cubicBezTo>
                <a:cubicBezTo>
                  <a:pt x="49657" y="254"/>
                  <a:pt x="53340" y="0"/>
                  <a:pt x="57150" y="0"/>
                </a:cubicBezTo>
                <a:cubicBezTo>
                  <a:pt x="60960" y="0"/>
                  <a:pt x="64643" y="381"/>
                  <a:pt x="68326" y="1143"/>
                </a:cubicBezTo>
                <a:cubicBezTo>
                  <a:pt x="72009" y="1905"/>
                  <a:pt x="75565" y="2921"/>
                  <a:pt x="78994" y="4445"/>
                </a:cubicBezTo>
                <a:cubicBezTo>
                  <a:pt x="82423" y="5969"/>
                  <a:pt x="85725" y="7620"/>
                  <a:pt x="88900" y="9779"/>
                </a:cubicBezTo>
                <a:cubicBezTo>
                  <a:pt x="92075" y="11938"/>
                  <a:pt x="94869" y="14224"/>
                  <a:pt x="97536" y="16891"/>
                </a:cubicBezTo>
                <a:cubicBezTo>
                  <a:pt x="100203" y="19558"/>
                  <a:pt x="102616" y="22479"/>
                  <a:pt x="104648" y="25527"/>
                </a:cubicBezTo>
                <a:cubicBezTo>
                  <a:pt x="106680" y="28575"/>
                  <a:pt x="108458" y="32004"/>
                  <a:pt x="109982" y="35433"/>
                </a:cubicBezTo>
                <a:cubicBezTo>
                  <a:pt x="111506" y="38862"/>
                  <a:pt x="112522" y="42418"/>
                  <a:pt x="113284" y="46101"/>
                </a:cubicBezTo>
                <a:cubicBezTo>
                  <a:pt x="114046" y="49784"/>
                  <a:pt x="114300" y="53340"/>
                  <a:pt x="114300" y="57150"/>
                </a:cubicBezTo>
                <a:close/>
              </a:path>
            </a:pathLst>
          </a:custGeom>
          <a:solidFill>
            <a:srgbClr val="C77C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6"/>
          <p:cNvSpPr/>
          <p:nvPr/>
        </p:nvSpPr>
        <p:spPr>
          <a:xfrm>
            <a:off x="4706417" y="2893800"/>
            <a:ext cx="114300" cy="114300"/>
          </a:xfrm>
          <a:custGeom>
            <a:rect b="b" l="l" r="r" t="t"/>
            <a:pathLst>
              <a:path extrusionOk="0" h="114300" w="114300">
                <a:moveTo>
                  <a:pt x="114300" y="57150"/>
                </a:moveTo>
                <a:cubicBezTo>
                  <a:pt x="114300" y="60960"/>
                  <a:pt x="113919" y="64643"/>
                  <a:pt x="113157" y="68326"/>
                </a:cubicBezTo>
                <a:cubicBezTo>
                  <a:pt x="112395" y="72009"/>
                  <a:pt x="111379" y="75565"/>
                  <a:pt x="109855" y="78994"/>
                </a:cubicBezTo>
                <a:cubicBezTo>
                  <a:pt x="108331" y="82423"/>
                  <a:pt x="106680" y="85725"/>
                  <a:pt x="104521" y="88900"/>
                </a:cubicBezTo>
                <a:cubicBezTo>
                  <a:pt x="102362" y="92075"/>
                  <a:pt x="100076" y="94869"/>
                  <a:pt x="97409" y="97536"/>
                </a:cubicBezTo>
                <a:cubicBezTo>
                  <a:pt x="94742" y="100203"/>
                  <a:pt x="91821" y="102616"/>
                  <a:pt x="88773" y="104648"/>
                </a:cubicBezTo>
                <a:cubicBezTo>
                  <a:pt x="85725" y="106680"/>
                  <a:pt x="82296" y="108458"/>
                  <a:pt x="78867" y="109982"/>
                </a:cubicBezTo>
                <a:cubicBezTo>
                  <a:pt x="75438" y="111506"/>
                  <a:pt x="71882" y="112522"/>
                  <a:pt x="68199" y="113284"/>
                </a:cubicBezTo>
                <a:cubicBezTo>
                  <a:pt x="64516" y="114046"/>
                  <a:pt x="60960" y="114300"/>
                  <a:pt x="57150" y="114300"/>
                </a:cubicBezTo>
                <a:cubicBezTo>
                  <a:pt x="53340" y="114300"/>
                  <a:pt x="49657" y="113919"/>
                  <a:pt x="45974" y="113157"/>
                </a:cubicBezTo>
                <a:cubicBezTo>
                  <a:pt x="42291" y="112395"/>
                  <a:pt x="38735" y="111379"/>
                  <a:pt x="35306" y="109855"/>
                </a:cubicBezTo>
                <a:cubicBezTo>
                  <a:pt x="31877" y="108331"/>
                  <a:pt x="28575" y="106680"/>
                  <a:pt x="25400" y="104521"/>
                </a:cubicBezTo>
                <a:cubicBezTo>
                  <a:pt x="22225" y="102362"/>
                  <a:pt x="19431" y="100076"/>
                  <a:pt x="16764" y="97409"/>
                </a:cubicBezTo>
                <a:cubicBezTo>
                  <a:pt x="14097" y="94742"/>
                  <a:pt x="11684" y="92075"/>
                  <a:pt x="9652" y="88900"/>
                </a:cubicBezTo>
                <a:cubicBezTo>
                  <a:pt x="7620" y="85725"/>
                  <a:pt x="5842" y="82550"/>
                  <a:pt x="4318" y="78994"/>
                </a:cubicBezTo>
                <a:cubicBezTo>
                  <a:pt x="2794" y="75438"/>
                  <a:pt x="1778" y="72009"/>
                  <a:pt x="1143" y="68326"/>
                </a:cubicBezTo>
                <a:cubicBezTo>
                  <a:pt x="508" y="64643"/>
                  <a:pt x="0" y="60960"/>
                  <a:pt x="0" y="57150"/>
                </a:cubicBezTo>
                <a:cubicBezTo>
                  <a:pt x="0" y="53340"/>
                  <a:pt x="381" y="49657"/>
                  <a:pt x="1143" y="45974"/>
                </a:cubicBezTo>
                <a:cubicBezTo>
                  <a:pt x="1905" y="42291"/>
                  <a:pt x="2921" y="38735"/>
                  <a:pt x="4445" y="35306"/>
                </a:cubicBezTo>
                <a:cubicBezTo>
                  <a:pt x="5969" y="31877"/>
                  <a:pt x="7493" y="28575"/>
                  <a:pt x="9652" y="25400"/>
                </a:cubicBezTo>
                <a:cubicBezTo>
                  <a:pt x="11811" y="22225"/>
                  <a:pt x="14097" y="19431"/>
                  <a:pt x="16764" y="16764"/>
                </a:cubicBezTo>
                <a:cubicBezTo>
                  <a:pt x="19431" y="14097"/>
                  <a:pt x="22352" y="11684"/>
                  <a:pt x="25400" y="9652"/>
                </a:cubicBezTo>
                <a:cubicBezTo>
                  <a:pt x="28448" y="7620"/>
                  <a:pt x="31877" y="5842"/>
                  <a:pt x="35306" y="4318"/>
                </a:cubicBezTo>
                <a:cubicBezTo>
                  <a:pt x="38735" y="2794"/>
                  <a:pt x="42291" y="1778"/>
                  <a:pt x="45974" y="1016"/>
                </a:cubicBezTo>
                <a:cubicBezTo>
                  <a:pt x="49657" y="254"/>
                  <a:pt x="53340" y="0"/>
                  <a:pt x="57150" y="0"/>
                </a:cubicBezTo>
                <a:cubicBezTo>
                  <a:pt x="60960" y="0"/>
                  <a:pt x="64643" y="381"/>
                  <a:pt x="68326" y="1143"/>
                </a:cubicBezTo>
                <a:cubicBezTo>
                  <a:pt x="72009" y="1905"/>
                  <a:pt x="75565" y="2921"/>
                  <a:pt x="78994" y="4445"/>
                </a:cubicBezTo>
                <a:cubicBezTo>
                  <a:pt x="82423" y="5969"/>
                  <a:pt x="85725" y="7620"/>
                  <a:pt x="88900" y="9779"/>
                </a:cubicBezTo>
                <a:cubicBezTo>
                  <a:pt x="92075" y="11938"/>
                  <a:pt x="94869" y="14224"/>
                  <a:pt x="97536" y="16891"/>
                </a:cubicBezTo>
                <a:cubicBezTo>
                  <a:pt x="100203" y="19558"/>
                  <a:pt x="102616" y="22479"/>
                  <a:pt x="104648" y="25527"/>
                </a:cubicBezTo>
                <a:cubicBezTo>
                  <a:pt x="106680" y="28575"/>
                  <a:pt x="108458" y="32004"/>
                  <a:pt x="109982" y="35433"/>
                </a:cubicBezTo>
                <a:cubicBezTo>
                  <a:pt x="111506" y="38862"/>
                  <a:pt x="112522" y="42418"/>
                  <a:pt x="113284" y="46101"/>
                </a:cubicBezTo>
                <a:cubicBezTo>
                  <a:pt x="114046" y="49784"/>
                  <a:pt x="114300" y="53340"/>
                  <a:pt x="114300" y="57150"/>
                </a:cubicBezTo>
                <a:close/>
              </a:path>
            </a:pathLst>
          </a:custGeom>
          <a:solidFill>
            <a:srgbClr val="C77C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8" name="Google Shape;258;p6"/>
          <p:cNvGrpSpPr/>
          <p:nvPr/>
        </p:nvGrpSpPr>
        <p:grpSpPr>
          <a:xfrm>
            <a:off x="-3" y="-3"/>
            <a:ext cx="4693282" cy="3609337"/>
            <a:chOff x="63500" y="63500"/>
            <a:chExt cx="4693285" cy="3609340"/>
          </a:xfrm>
        </p:grpSpPr>
        <p:sp>
          <p:nvSpPr>
            <p:cNvPr id="259" name="Google Shape;259;p6"/>
            <p:cNvSpPr/>
            <p:nvPr/>
          </p:nvSpPr>
          <p:spPr>
            <a:xfrm>
              <a:off x="63500" y="63500"/>
              <a:ext cx="3858895" cy="2695575"/>
            </a:xfrm>
            <a:custGeom>
              <a:rect b="b" l="l" r="r" t="t"/>
              <a:pathLst>
                <a:path extrusionOk="0" h="2695575" w="3858895">
                  <a:moveTo>
                    <a:pt x="0" y="0"/>
                  </a:moveTo>
                  <a:lnTo>
                    <a:pt x="0" y="2695575"/>
                  </a:lnTo>
                  <a:lnTo>
                    <a:pt x="3858895" y="2695575"/>
                  </a:lnTo>
                  <a:lnTo>
                    <a:pt x="385889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0" name="Google Shape;260;p6"/>
            <p:cNvSpPr/>
            <p:nvPr/>
          </p:nvSpPr>
          <p:spPr>
            <a:xfrm>
              <a:off x="63500" y="63500"/>
              <a:ext cx="4693285" cy="2290318"/>
            </a:xfrm>
            <a:custGeom>
              <a:rect b="b" l="l" r="r" t="t"/>
              <a:pathLst>
                <a:path extrusionOk="0" h="2290318" w="4693285">
                  <a:moveTo>
                    <a:pt x="0" y="0"/>
                  </a:moveTo>
                  <a:lnTo>
                    <a:pt x="0" y="2290318"/>
                  </a:lnTo>
                  <a:lnTo>
                    <a:pt x="4693285" y="2290318"/>
                  </a:lnTo>
                  <a:lnTo>
                    <a:pt x="469328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1" name="Google Shape;261;p6"/>
            <p:cNvSpPr/>
            <p:nvPr/>
          </p:nvSpPr>
          <p:spPr>
            <a:xfrm>
              <a:off x="393954" y="2569210"/>
              <a:ext cx="1103503" cy="1103630"/>
            </a:xfrm>
            <a:custGeom>
              <a:rect b="b" l="l" r="r" t="t"/>
              <a:pathLst>
                <a:path extrusionOk="0" h="1103630" w="1103503">
                  <a:moveTo>
                    <a:pt x="0" y="1103630"/>
                  </a:moveTo>
                  <a:lnTo>
                    <a:pt x="1103503" y="1103630"/>
                  </a:lnTo>
                  <a:lnTo>
                    <a:pt x="11035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grpSp>
        <p:nvGrpSpPr>
          <p:cNvPr id="262" name="Google Shape;262;p6"/>
          <p:cNvGrpSpPr/>
          <p:nvPr/>
        </p:nvGrpSpPr>
        <p:grpSpPr>
          <a:xfrm>
            <a:off x="14968496" y="5839260"/>
            <a:ext cx="3319532" cy="4447794"/>
            <a:chOff x="63500" y="63500"/>
            <a:chExt cx="3319526" cy="4447794"/>
          </a:xfrm>
        </p:grpSpPr>
        <p:sp>
          <p:nvSpPr>
            <p:cNvPr id="263" name="Google Shape;263;p6"/>
            <p:cNvSpPr/>
            <p:nvPr/>
          </p:nvSpPr>
          <p:spPr>
            <a:xfrm>
              <a:off x="1858518" y="63500"/>
              <a:ext cx="991743" cy="991743"/>
            </a:xfrm>
            <a:custGeom>
              <a:rect b="b" l="l" r="r" t="t"/>
              <a:pathLst>
                <a:path extrusionOk="0" h="991743" w="991743">
                  <a:moveTo>
                    <a:pt x="0" y="991743"/>
                  </a:moveTo>
                  <a:lnTo>
                    <a:pt x="991743" y="991743"/>
                  </a:lnTo>
                  <a:lnTo>
                    <a:pt x="9917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4" name="Google Shape;264;p6"/>
            <p:cNvSpPr/>
            <p:nvPr/>
          </p:nvSpPr>
          <p:spPr>
            <a:xfrm>
              <a:off x="63500" y="1027049"/>
              <a:ext cx="3319526" cy="3484245"/>
            </a:xfrm>
            <a:custGeom>
              <a:rect b="b" l="l" r="r" t="t"/>
              <a:pathLst>
                <a:path extrusionOk="0" h="3484245" w="3319526">
                  <a:moveTo>
                    <a:pt x="0" y="0"/>
                  </a:moveTo>
                  <a:lnTo>
                    <a:pt x="0" y="3484245"/>
                  </a:lnTo>
                  <a:lnTo>
                    <a:pt x="3319526" y="3484245"/>
                  </a:lnTo>
                  <a:lnTo>
                    <a:pt x="331952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5" name="Google Shape;265;p6"/>
            <p:cNvSpPr/>
            <p:nvPr/>
          </p:nvSpPr>
          <p:spPr>
            <a:xfrm>
              <a:off x="680212" y="1807210"/>
              <a:ext cx="2702814" cy="2704084"/>
            </a:xfrm>
            <a:custGeom>
              <a:rect b="b" l="l" r="r" t="t"/>
              <a:pathLst>
                <a:path extrusionOk="0" h="2704084" w="2702814">
                  <a:moveTo>
                    <a:pt x="0" y="0"/>
                  </a:moveTo>
                  <a:lnTo>
                    <a:pt x="0" y="2704084"/>
                  </a:lnTo>
                  <a:lnTo>
                    <a:pt x="2702814" y="2704084"/>
                  </a:lnTo>
                  <a:lnTo>
                    <a:pt x="270281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sp>
        <p:nvSpPr>
          <p:cNvPr id="266" name="Google Shape;266;p6"/>
          <p:cNvSpPr txBox="1"/>
          <p:nvPr/>
        </p:nvSpPr>
        <p:spPr>
          <a:xfrm>
            <a:off x="5177561" y="211760"/>
            <a:ext cx="2898629" cy="950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9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57" u="none" cap="none" strike="noStrike">
                <a:solidFill>
                  <a:srgbClr val="A24A11"/>
                </a:solidFill>
                <a:latin typeface="Orienta"/>
                <a:ea typeface="Orienta"/>
                <a:cs typeface="Orienta"/>
                <a:sym typeface="Orienta"/>
              </a:rPr>
              <a:t>Step - 5</a:t>
            </a:r>
            <a:endParaRPr/>
          </a:p>
        </p:txBody>
      </p:sp>
      <p:sp>
        <p:nvSpPr>
          <p:cNvPr id="267" name="Google Shape;267;p6"/>
          <p:cNvSpPr txBox="1"/>
          <p:nvPr/>
        </p:nvSpPr>
        <p:spPr>
          <a:xfrm>
            <a:off x="5529682" y="1033653"/>
            <a:ext cx="105670" cy="89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85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8" u="none" cap="none" strike="noStrike">
                <a:solidFill>
                  <a:srgbClr val="C77C42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endParaRPr/>
          </a:p>
        </p:txBody>
      </p:sp>
      <p:sp>
        <p:nvSpPr>
          <p:cNvPr id="268" name="Google Shape;268;p6"/>
          <p:cNvSpPr txBox="1"/>
          <p:nvPr/>
        </p:nvSpPr>
        <p:spPr>
          <a:xfrm>
            <a:off x="4211117" y="1271778"/>
            <a:ext cx="39888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3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8" u="none" cap="none" strike="noStrike">
                <a:solidFill>
                  <a:srgbClr val="C77C42"/>
                </a:solidFill>
                <a:latin typeface="Carlito"/>
                <a:ea typeface="Carlito"/>
                <a:cs typeface="Carlito"/>
                <a:sym typeface="Carlito"/>
              </a:rPr>
              <a:t>Repeat Steps 3 and 4</a:t>
            </a:r>
            <a:endParaRPr/>
          </a:p>
        </p:txBody>
      </p:sp>
      <p:sp>
        <p:nvSpPr>
          <p:cNvPr id="269" name="Google Shape;269;p6"/>
          <p:cNvSpPr txBox="1"/>
          <p:nvPr/>
        </p:nvSpPr>
        <p:spPr>
          <a:xfrm>
            <a:off x="4990081" y="1909953"/>
            <a:ext cx="8895569" cy="1298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3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8" u="none" cap="none" strike="noStrike">
                <a:solidFill>
                  <a:srgbClr val="C77C42"/>
                </a:solidFill>
                <a:latin typeface="Carlito"/>
                <a:ea typeface="Carlito"/>
                <a:cs typeface="Carlito"/>
                <a:sym typeface="Carlito"/>
              </a:rPr>
              <a:t>Reassign students based on the new centroids. Then recalculate centroids again.</a:t>
            </a:r>
            <a:endParaRPr/>
          </a:p>
        </p:txBody>
      </p:sp>
      <p:sp>
        <p:nvSpPr>
          <p:cNvPr id="270" name="Google Shape;270;p6"/>
          <p:cNvSpPr txBox="1"/>
          <p:nvPr/>
        </p:nvSpPr>
        <p:spPr>
          <a:xfrm>
            <a:off x="4211117" y="3125219"/>
            <a:ext cx="13580964" cy="135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3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8" u="none" cap="none" strike="noStrike">
                <a:solidFill>
                  <a:srgbClr val="C77C42"/>
                </a:solidFill>
                <a:latin typeface="Carlito"/>
                <a:ea typeface="Carlito"/>
                <a:cs typeface="Carlito"/>
                <a:sym typeface="Carlito"/>
              </a:rPr>
              <a:t>➡ Repeat this until the centroids stop changing or change very little (i.e., the model converges).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