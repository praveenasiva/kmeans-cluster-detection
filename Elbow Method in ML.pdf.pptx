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0" roundtripDataSignature="AMtx7mi8MBFNa3XO84XJzonOF1C0OgMA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1E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16694579" y="504822"/>
            <a:ext cx="1028452" cy="1047747"/>
            <a:chOff x="63500" y="63500"/>
            <a:chExt cx="1028446" cy="1047750"/>
          </a:xfrm>
        </p:grpSpPr>
        <p:sp>
          <p:nvSpPr>
            <p:cNvPr id="85" name="Google Shape;85;p1"/>
            <p:cNvSpPr/>
            <p:nvPr/>
          </p:nvSpPr>
          <p:spPr>
            <a:xfrm>
              <a:off x="63500" y="188595"/>
              <a:ext cx="946150" cy="922655"/>
            </a:xfrm>
            <a:custGeom>
              <a:rect b="b" l="l" r="r" t="t"/>
              <a:pathLst>
                <a:path extrusionOk="0" h="922655" w="946150">
                  <a:moveTo>
                    <a:pt x="473075" y="0"/>
                  </a:moveTo>
                  <a:cubicBezTo>
                    <a:pt x="423418" y="373507"/>
                    <a:pt x="383032" y="412750"/>
                    <a:pt x="0" y="461391"/>
                  </a:cubicBezTo>
                  <a:cubicBezTo>
                    <a:pt x="383032" y="509905"/>
                    <a:pt x="423418" y="549148"/>
                    <a:pt x="473075" y="922655"/>
                  </a:cubicBezTo>
                  <a:lnTo>
                    <a:pt x="473075" y="922655"/>
                  </a:lnTo>
                  <a:cubicBezTo>
                    <a:pt x="522859" y="549148"/>
                    <a:pt x="563245" y="509905"/>
                    <a:pt x="946150" y="461391"/>
                  </a:cubicBezTo>
                  <a:cubicBezTo>
                    <a:pt x="563118" y="412877"/>
                    <a:pt x="522732" y="373507"/>
                    <a:pt x="473075" y="0"/>
                  </a:cubicBezTo>
                  <a:close/>
                </a:path>
              </a:pathLst>
            </a:custGeom>
            <a:solidFill>
              <a:srgbClr val="B583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670052" y="63500"/>
              <a:ext cx="421894" cy="400050"/>
            </a:xfrm>
            <a:custGeom>
              <a:rect b="b" l="l" r="r" t="t"/>
              <a:pathLst>
                <a:path extrusionOk="0" h="400050" w="421894">
                  <a:moveTo>
                    <a:pt x="421894" y="200025"/>
                  </a:moveTo>
                  <a:cubicBezTo>
                    <a:pt x="235585" y="212979"/>
                    <a:pt x="224536" y="223520"/>
                    <a:pt x="210947" y="400050"/>
                  </a:cubicBezTo>
                  <a:cubicBezTo>
                    <a:pt x="197231" y="223520"/>
                    <a:pt x="186182" y="212979"/>
                    <a:pt x="0" y="200025"/>
                  </a:cubicBezTo>
                  <a:cubicBezTo>
                    <a:pt x="186182" y="187071"/>
                    <a:pt x="197231" y="176530"/>
                    <a:pt x="210947" y="0"/>
                  </a:cubicBezTo>
                  <a:cubicBezTo>
                    <a:pt x="224663" y="176530"/>
                    <a:pt x="235712" y="187071"/>
                    <a:pt x="421894" y="200025"/>
                  </a:cubicBezTo>
                  <a:close/>
                </a:path>
              </a:pathLst>
            </a:custGeom>
            <a:solidFill>
              <a:srgbClr val="B583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1"/>
          <p:cNvSpPr/>
          <p:nvPr/>
        </p:nvSpPr>
        <p:spPr>
          <a:xfrm flipH="1" rot="10800000">
            <a:off x="0" y="0"/>
            <a:ext cx="7798298" cy="10287000"/>
          </a:xfrm>
          <a:custGeom>
            <a:rect b="b" l="l" r="r" t="t"/>
            <a:pathLst>
              <a:path extrusionOk="0" h="10287000" w="7798298">
                <a:moveTo>
                  <a:pt x="0" y="10287000"/>
                </a:moveTo>
                <a:lnTo>
                  <a:pt x="7798298" y="10287000"/>
                </a:lnTo>
                <a:lnTo>
                  <a:pt x="7798298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800" l="-37530" r="0" t="-3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 flipH="1">
            <a:off x="13709599" y="3653952"/>
            <a:ext cx="4578401" cy="6629400"/>
          </a:xfrm>
          <a:custGeom>
            <a:rect b="b" l="l" r="r" t="t"/>
            <a:pathLst>
              <a:path extrusionOk="0" h="6629400" w="4578401">
                <a:moveTo>
                  <a:pt x="4578401" y="0"/>
                </a:moveTo>
                <a:lnTo>
                  <a:pt x="0" y="0"/>
                </a:lnTo>
                <a:lnTo>
                  <a:pt x="0" y="6629400"/>
                </a:lnTo>
                <a:lnTo>
                  <a:pt x="4578401" y="6629400"/>
                </a:lnTo>
                <a:lnTo>
                  <a:pt x="4578401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54" r="-30384" t="0"/>
            </a:stretch>
          </a:blipFill>
          <a:ln>
            <a:noFill/>
          </a:ln>
        </p:spPr>
      </p:sp>
      <p:sp>
        <p:nvSpPr>
          <p:cNvPr id="89" name="Google Shape;89;p1"/>
          <p:cNvSpPr txBox="1"/>
          <p:nvPr/>
        </p:nvSpPr>
        <p:spPr>
          <a:xfrm>
            <a:off x="5646877" y="3526326"/>
            <a:ext cx="10297611" cy="282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43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75" u="none" cap="none" strike="noStrike">
                <a:solidFill>
                  <a:srgbClr val="90606B"/>
                </a:solidFill>
                <a:latin typeface="Arial"/>
                <a:ea typeface="Arial"/>
                <a:cs typeface="Arial"/>
                <a:sym typeface="Arial"/>
              </a:rPr>
              <a:t>Elbow Method in K-Means Algorithm</a:t>
            </a:r>
            <a:endParaRPr/>
          </a:p>
          <a:p>
            <a:pPr indent="0" lvl="0" marL="0" marR="0" rtl="0" algn="ctr">
              <a:lnSpc>
                <a:spcPct val="25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90606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1E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 rot="10800000">
            <a:off x="12087206" y="895"/>
            <a:ext cx="6199584" cy="5923655"/>
          </a:xfrm>
          <a:custGeom>
            <a:rect b="b" l="l" r="r" t="t"/>
            <a:pathLst>
              <a:path extrusionOk="0" h="5923655" w="6199584">
                <a:moveTo>
                  <a:pt x="0" y="0"/>
                </a:moveTo>
                <a:lnTo>
                  <a:pt x="6199584" y="0"/>
                </a:lnTo>
                <a:lnTo>
                  <a:pt x="6199584" y="5923655"/>
                </a:lnTo>
                <a:lnTo>
                  <a:pt x="0" y="59236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8" r="0" t="-13"/>
            </a:stretch>
          </a:blipFill>
          <a:ln>
            <a:noFill/>
          </a:ln>
        </p:spPr>
      </p:sp>
      <p:sp>
        <p:nvSpPr>
          <p:cNvPr id="95" name="Google Shape;95;p2"/>
          <p:cNvSpPr/>
          <p:nvPr/>
        </p:nvSpPr>
        <p:spPr>
          <a:xfrm>
            <a:off x="39" y="7355367"/>
            <a:ext cx="3096769" cy="2931668"/>
          </a:xfrm>
          <a:custGeom>
            <a:rect b="b" l="l" r="r" t="t"/>
            <a:pathLst>
              <a:path extrusionOk="0" h="2931668" w="3096767">
                <a:moveTo>
                  <a:pt x="486156" y="0"/>
                </a:moveTo>
                <a:cubicBezTo>
                  <a:pt x="480060" y="0"/>
                  <a:pt x="473837" y="127"/>
                  <a:pt x="467487" y="508"/>
                </a:cubicBezTo>
                <a:lnTo>
                  <a:pt x="467487" y="508"/>
                </a:lnTo>
                <a:cubicBezTo>
                  <a:pt x="327914" y="8001"/>
                  <a:pt x="203581" y="85090"/>
                  <a:pt x="99949" y="168910"/>
                </a:cubicBezTo>
                <a:cubicBezTo>
                  <a:pt x="65405" y="196723"/>
                  <a:pt x="32131" y="225806"/>
                  <a:pt x="0" y="256032"/>
                </a:cubicBezTo>
                <a:lnTo>
                  <a:pt x="0" y="256032"/>
                </a:lnTo>
                <a:lnTo>
                  <a:pt x="0" y="321183"/>
                </a:lnTo>
                <a:lnTo>
                  <a:pt x="0" y="321183"/>
                </a:lnTo>
                <a:cubicBezTo>
                  <a:pt x="41275" y="280670"/>
                  <a:pt x="84455" y="241935"/>
                  <a:pt x="129540" y="205486"/>
                </a:cubicBezTo>
                <a:lnTo>
                  <a:pt x="129540" y="205486"/>
                </a:lnTo>
                <a:lnTo>
                  <a:pt x="129540" y="205486"/>
                </a:lnTo>
                <a:cubicBezTo>
                  <a:pt x="231140" y="123317"/>
                  <a:pt x="345694" y="54102"/>
                  <a:pt x="470154" y="47498"/>
                </a:cubicBezTo>
                <a:lnTo>
                  <a:pt x="470154" y="47498"/>
                </a:lnTo>
                <a:lnTo>
                  <a:pt x="470154" y="47498"/>
                </a:lnTo>
                <a:cubicBezTo>
                  <a:pt x="475361" y="47244"/>
                  <a:pt x="480568" y="47117"/>
                  <a:pt x="485648" y="47117"/>
                </a:cubicBezTo>
                <a:cubicBezTo>
                  <a:pt x="681228" y="47117"/>
                  <a:pt x="817753" y="248412"/>
                  <a:pt x="836930" y="439420"/>
                </a:cubicBezTo>
                <a:lnTo>
                  <a:pt x="836930" y="439420"/>
                </a:lnTo>
                <a:lnTo>
                  <a:pt x="836930" y="439420"/>
                </a:lnTo>
                <a:cubicBezTo>
                  <a:pt x="850265" y="571500"/>
                  <a:pt x="823468" y="702945"/>
                  <a:pt x="786892" y="836041"/>
                </a:cubicBezTo>
                <a:cubicBezTo>
                  <a:pt x="776732" y="873252"/>
                  <a:pt x="765810" y="910336"/>
                  <a:pt x="754888" y="947674"/>
                </a:cubicBezTo>
                <a:cubicBezTo>
                  <a:pt x="743966" y="984758"/>
                  <a:pt x="733044" y="1021969"/>
                  <a:pt x="722884" y="1059180"/>
                </a:cubicBezTo>
                <a:cubicBezTo>
                  <a:pt x="665988" y="1266571"/>
                  <a:pt x="632333" y="1508887"/>
                  <a:pt x="745617" y="1702562"/>
                </a:cubicBezTo>
                <a:lnTo>
                  <a:pt x="745617" y="1702562"/>
                </a:lnTo>
                <a:cubicBezTo>
                  <a:pt x="880237" y="1933067"/>
                  <a:pt x="1172464" y="2010537"/>
                  <a:pt x="1429639" y="2010537"/>
                </a:cubicBezTo>
                <a:cubicBezTo>
                  <a:pt x="1433322" y="2010537"/>
                  <a:pt x="1437005" y="2010537"/>
                  <a:pt x="1440688" y="2010537"/>
                </a:cubicBezTo>
                <a:cubicBezTo>
                  <a:pt x="1535811" y="2009775"/>
                  <a:pt x="1630934" y="2001266"/>
                  <a:pt x="1724787" y="1992884"/>
                </a:cubicBezTo>
                <a:cubicBezTo>
                  <a:pt x="1823847" y="1983994"/>
                  <a:pt x="1921510" y="1975358"/>
                  <a:pt x="2018284" y="1975358"/>
                </a:cubicBezTo>
                <a:cubicBezTo>
                  <a:pt x="2081657" y="1975358"/>
                  <a:pt x="2144649" y="1979041"/>
                  <a:pt x="2207133" y="1988947"/>
                </a:cubicBezTo>
                <a:lnTo>
                  <a:pt x="2207133" y="1988947"/>
                </a:lnTo>
                <a:lnTo>
                  <a:pt x="2207133" y="1988947"/>
                </a:lnTo>
                <a:cubicBezTo>
                  <a:pt x="2227834" y="1992249"/>
                  <a:pt x="2248534" y="1996186"/>
                  <a:pt x="2269109" y="2001012"/>
                </a:cubicBezTo>
                <a:cubicBezTo>
                  <a:pt x="2685542" y="2098167"/>
                  <a:pt x="3049142" y="2501138"/>
                  <a:pt x="3026664" y="2931668"/>
                </a:cubicBezTo>
                <a:lnTo>
                  <a:pt x="3073780" y="2931668"/>
                </a:lnTo>
                <a:cubicBezTo>
                  <a:pt x="3096767" y="2474849"/>
                  <a:pt x="2711958" y="2056003"/>
                  <a:pt x="2279777" y="1955165"/>
                </a:cubicBezTo>
                <a:cubicBezTo>
                  <a:pt x="2258187" y="1950085"/>
                  <a:pt x="2236343" y="1945894"/>
                  <a:pt x="2214499" y="1942465"/>
                </a:cubicBezTo>
                <a:lnTo>
                  <a:pt x="2214499" y="1942465"/>
                </a:lnTo>
                <a:cubicBezTo>
                  <a:pt x="2149094" y="1932178"/>
                  <a:pt x="2083562" y="1928368"/>
                  <a:pt x="2018030" y="1928368"/>
                </a:cubicBezTo>
                <a:cubicBezTo>
                  <a:pt x="1918462" y="1928368"/>
                  <a:pt x="1818893" y="1937258"/>
                  <a:pt x="1720596" y="1946021"/>
                </a:cubicBezTo>
                <a:cubicBezTo>
                  <a:pt x="1626362" y="1954403"/>
                  <a:pt x="1533144" y="1962785"/>
                  <a:pt x="1440306" y="1963547"/>
                </a:cubicBezTo>
                <a:lnTo>
                  <a:pt x="1440306" y="1963547"/>
                </a:lnTo>
                <a:lnTo>
                  <a:pt x="1440306" y="1963547"/>
                </a:lnTo>
                <a:cubicBezTo>
                  <a:pt x="1436750" y="1963547"/>
                  <a:pt x="1433195" y="1963547"/>
                  <a:pt x="1429639" y="1963547"/>
                </a:cubicBezTo>
                <a:cubicBezTo>
                  <a:pt x="1177671" y="1963547"/>
                  <a:pt x="907922" y="1887093"/>
                  <a:pt x="786256" y="1678813"/>
                </a:cubicBezTo>
                <a:lnTo>
                  <a:pt x="786256" y="1678813"/>
                </a:lnTo>
                <a:lnTo>
                  <a:pt x="786256" y="1678813"/>
                </a:lnTo>
                <a:cubicBezTo>
                  <a:pt x="683386" y="1503045"/>
                  <a:pt x="711708" y="1277747"/>
                  <a:pt x="768222" y="1071626"/>
                </a:cubicBezTo>
                <a:cubicBezTo>
                  <a:pt x="778255" y="1034923"/>
                  <a:pt x="789050" y="998093"/>
                  <a:pt x="799972" y="960882"/>
                </a:cubicBezTo>
                <a:cubicBezTo>
                  <a:pt x="810895" y="923671"/>
                  <a:pt x="821943" y="886079"/>
                  <a:pt x="832230" y="848360"/>
                </a:cubicBezTo>
                <a:cubicBezTo>
                  <a:pt x="869060" y="713994"/>
                  <a:pt x="897889" y="575564"/>
                  <a:pt x="883665" y="434594"/>
                </a:cubicBezTo>
                <a:lnTo>
                  <a:pt x="883665" y="434594"/>
                </a:lnTo>
                <a:cubicBezTo>
                  <a:pt x="863473" y="233680"/>
                  <a:pt x="716915" y="0"/>
                  <a:pt x="486156" y="0"/>
                </a:cubicBezTo>
                <a:close/>
              </a:path>
            </a:pathLst>
          </a:custGeom>
          <a:solidFill>
            <a:srgbClr val="D0B8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2"/>
          <p:cNvGrpSpPr/>
          <p:nvPr/>
        </p:nvGrpSpPr>
        <p:grpSpPr>
          <a:xfrm>
            <a:off x="552618" y="504822"/>
            <a:ext cx="1028443" cy="1047747"/>
            <a:chOff x="63500" y="63500"/>
            <a:chExt cx="1028446" cy="1047750"/>
          </a:xfrm>
        </p:grpSpPr>
        <p:sp>
          <p:nvSpPr>
            <p:cNvPr id="97" name="Google Shape;97;p2"/>
            <p:cNvSpPr/>
            <p:nvPr/>
          </p:nvSpPr>
          <p:spPr>
            <a:xfrm>
              <a:off x="63500" y="188595"/>
              <a:ext cx="946150" cy="922655"/>
            </a:xfrm>
            <a:custGeom>
              <a:rect b="b" l="l" r="r" t="t"/>
              <a:pathLst>
                <a:path extrusionOk="0" h="922655" w="946150">
                  <a:moveTo>
                    <a:pt x="473075" y="0"/>
                  </a:moveTo>
                  <a:cubicBezTo>
                    <a:pt x="423418" y="373507"/>
                    <a:pt x="383032" y="412750"/>
                    <a:pt x="0" y="461391"/>
                  </a:cubicBezTo>
                  <a:cubicBezTo>
                    <a:pt x="383032" y="509905"/>
                    <a:pt x="423418" y="549148"/>
                    <a:pt x="473075" y="922655"/>
                  </a:cubicBezTo>
                  <a:lnTo>
                    <a:pt x="473075" y="922655"/>
                  </a:lnTo>
                  <a:cubicBezTo>
                    <a:pt x="522859" y="549148"/>
                    <a:pt x="563245" y="509905"/>
                    <a:pt x="946150" y="461391"/>
                  </a:cubicBezTo>
                  <a:cubicBezTo>
                    <a:pt x="563118" y="412877"/>
                    <a:pt x="522732" y="373507"/>
                    <a:pt x="473075" y="0"/>
                  </a:cubicBezTo>
                  <a:close/>
                </a:path>
              </a:pathLst>
            </a:custGeom>
            <a:solidFill>
              <a:srgbClr val="B583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670052" y="63500"/>
              <a:ext cx="421894" cy="400050"/>
            </a:xfrm>
            <a:custGeom>
              <a:rect b="b" l="l" r="r" t="t"/>
              <a:pathLst>
                <a:path extrusionOk="0" h="400050" w="421894">
                  <a:moveTo>
                    <a:pt x="421894" y="200025"/>
                  </a:moveTo>
                  <a:cubicBezTo>
                    <a:pt x="235585" y="212979"/>
                    <a:pt x="224536" y="223520"/>
                    <a:pt x="210947" y="400050"/>
                  </a:cubicBezTo>
                  <a:cubicBezTo>
                    <a:pt x="197231" y="223520"/>
                    <a:pt x="186182" y="212979"/>
                    <a:pt x="0" y="200025"/>
                  </a:cubicBezTo>
                  <a:cubicBezTo>
                    <a:pt x="186182" y="187071"/>
                    <a:pt x="197231" y="176530"/>
                    <a:pt x="210947" y="0"/>
                  </a:cubicBezTo>
                  <a:cubicBezTo>
                    <a:pt x="224663" y="176530"/>
                    <a:pt x="235712" y="187071"/>
                    <a:pt x="421894" y="200025"/>
                  </a:cubicBezTo>
                  <a:close/>
                </a:path>
              </a:pathLst>
            </a:custGeom>
            <a:solidFill>
              <a:srgbClr val="B583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" name="Google Shape;99;p2"/>
          <p:cNvGrpSpPr/>
          <p:nvPr/>
        </p:nvGrpSpPr>
        <p:grpSpPr>
          <a:xfrm>
            <a:off x="16745099" y="8734422"/>
            <a:ext cx="1028325" cy="1047747"/>
            <a:chOff x="63500" y="63500"/>
            <a:chExt cx="1028319" cy="1047750"/>
          </a:xfrm>
        </p:grpSpPr>
        <p:sp>
          <p:nvSpPr>
            <p:cNvPr id="100" name="Google Shape;100;p2"/>
            <p:cNvSpPr/>
            <p:nvPr/>
          </p:nvSpPr>
          <p:spPr>
            <a:xfrm>
              <a:off x="145669" y="188595"/>
              <a:ext cx="946150" cy="922655"/>
            </a:xfrm>
            <a:custGeom>
              <a:rect b="b" l="l" r="r" t="t"/>
              <a:pathLst>
                <a:path extrusionOk="0" h="922655" w="946150">
                  <a:moveTo>
                    <a:pt x="473075" y="0"/>
                  </a:moveTo>
                  <a:cubicBezTo>
                    <a:pt x="423291" y="373507"/>
                    <a:pt x="382905" y="412877"/>
                    <a:pt x="0" y="461391"/>
                  </a:cubicBezTo>
                  <a:cubicBezTo>
                    <a:pt x="383032" y="509905"/>
                    <a:pt x="423418" y="549148"/>
                    <a:pt x="473075" y="922655"/>
                  </a:cubicBezTo>
                  <a:lnTo>
                    <a:pt x="473075" y="922655"/>
                  </a:lnTo>
                  <a:cubicBezTo>
                    <a:pt x="522859" y="549148"/>
                    <a:pt x="563245" y="509905"/>
                    <a:pt x="946150" y="461391"/>
                  </a:cubicBezTo>
                  <a:cubicBezTo>
                    <a:pt x="563118" y="412877"/>
                    <a:pt x="522732" y="373507"/>
                    <a:pt x="473075" y="0"/>
                  </a:cubicBezTo>
                  <a:close/>
                </a:path>
              </a:pathLst>
            </a:custGeom>
            <a:solidFill>
              <a:srgbClr val="B583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63500" y="63500"/>
              <a:ext cx="421894" cy="400050"/>
            </a:xfrm>
            <a:custGeom>
              <a:rect b="b" l="l" r="r" t="t"/>
              <a:pathLst>
                <a:path extrusionOk="0" h="400050" w="421894">
                  <a:moveTo>
                    <a:pt x="0" y="200025"/>
                  </a:moveTo>
                  <a:cubicBezTo>
                    <a:pt x="186182" y="212979"/>
                    <a:pt x="197358" y="223520"/>
                    <a:pt x="210947" y="400050"/>
                  </a:cubicBezTo>
                  <a:cubicBezTo>
                    <a:pt x="224663" y="223520"/>
                    <a:pt x="235712" y="212979"/>
                    <a:pt x="421894" y="200025"/>
                  </a:cubicBezTo>
                  <a:cubicBezTo>
                    <a:pt x="235712" y="187071"/>
                    <a:pt x="224663" y="176530"/>
                    <a:pt x="210947" y="0"/>
                  </a:cubicBezTo>
                  <a:cubicBezTo>
                    <a:pt x="197358" y="176530"/>
                    <a:pt x="186182" y="187071"/>
                    <a:pt x="0" y="200025"/>
                  </a:cubicBezTo>
                  <a:close/>
                </a:path>
              </a:pathLst>
            </a:custGeom>
            <a:solidFill>
              <a:srgbClr val="B583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2"/>
          <p:cNvSpPr/>
          <p:nvPr/>
        </p:nvSpPr>
        <p:spPr>
          <a:xfrm>
            <a:off x="0" y="6977844"/>
            <a:ext cx="3503415" cy="3309118"/>
          </a:xfrm>
          <a:custGeom>
            <a:rect b="b" l="l" r="r" t="t"/>
            <a:pathLst>
              <a:path extrusionOk="0" h="3309112" w="3503422">
                <a:moveTo>
                  <a:pt x="0" y="0"/>
                </a:moveTo>
                <a:lnTo>
                  <a:pt x="0" y="3309112"/>
                </a:lnTo>
                <a:lnTo>
                  <a:pt x="3503422" y="3309112"/>
                </a:lnTo>
                <a:lnTo>
                  <a:pt x="3503422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>
            <a:off x="552507" y="504825"/>
            <a:ext cx="1028700" cy="1047750"/>
          </a:xfrm>
          <a:custGeom>
            <a:rect b="b" l="l" r="r" t="t"/>
            <a:pathLst>
              <a:path extrusionOk="0" h="1047750" w="1028700">
                <a:moveTo>
                  <a:pt x="0" y="1047750"/>
                </a:moveTo>
                <a:lnTo>
                  <a:pt x="1028700" y="1047750"/>
                </a:lnTo>
                <a:lnTo>
                  <a:pt x="10287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04" name="Google Shape;104;p2"/>
          <p:cNvSpPr/>
          <p:nvPr/>
        </p:nvSpPr>
        <p:spPr>
          <a:xfrm>
            <a:off x="16744950" y="8734425"/>
            <a:ext cx="1028700" cy="1047750"/>
          </a:xfrm>
          <a:custGeom>
            <a:rect b="b" l="l" r="r" t="t"/>
            <a:pathLst>
              <a:path extrusionOk="0" h="1047750" w="1028700">
                <a:moveTo>
                  <a:pt x="0" y="1047750"/>
                </a:moveTo>
                <a:lnTo>
                  <a:pt x="1028700" y="1047750"/>
                </a:lnTo>
                <a:lnTo>
                  <a:pt x="10287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05" name="Google Shape;105;p2"/>
          <p:cNvSpPr txBox="1"/>
          <p:nvPr/>
        </p:nvSpPr>
        <p:spPr>
          <a:xfrm>
            <a:off x="1935756" y="2910783"/>
            <a:ext cx="13776950" cy="21197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0606B"/>
                </a:solidFill>
                <a:latin typeface="Arial"/>
                <a:ea typeface="Arial"/>
                <a:cs typeface="Arial"/>
                <a:sym typeface="Arial"/>
              </a:rPr>
              <a:t>The Elbow Method is a technique used to determine the optimal number of clusters (K) in a K-Means clustering algorithm.  It works by calculating the Within-Cluster Sum of Squares (WCSS) for different values of K and plotting them on a graph.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1935756" y="5577783"/>
            <a:ext cx="14192107" cy="21197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0606B"/>
                </a:solidFill>
                <a:latin typeface="Arial"/>
                <a:ea typeface="Arial"/>
                <a:cs typeface="Arial"/>
                <a:sym typeface="Arial"/>
              </a:rPr>
              <a:t>As K increases, the WCSS decreases. However, after a certain point, the rate of decrease slows down — forming a shape like an "elbow" in the plot.  The value of K at this elbow point is considered the optimal number of clusters because it balances low WCSS and model simplicity.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935756" y="1212790"/>
            <a:ext cx="7759217" cy="164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99" u="none" cap="none" strike="noStrike">
                <a:solidFill>
                  <a:srgbClr val="90606B"/>
                </a:solidFill>
                <a:latin typeface="Arial"/>
                <a:ea typeface="Arial"/>
                <a:cs typeface="Arial"/>
                <a:sym typeface="Arial"/>
              </a:rPr>
              <a:t>Elbow method: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1EA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 rot="10800000">
            <a:off x="12087206" y="895"/>
            <a:ext cx="6199584" cy="5923655"/>
          </a:xfrm>
          <a:custGeom>
            <a:rect b="b" l="l" r="r" t="t"/>
            <a:pathLst>
              <a:path extrusionOk="0" h="5923655" w="6199584">
                <a:moveTo>
                  <a:pt x="0" y="0"/>
                </a:moveTo>
                <a:lnTo>
                  <a:pt x="6199584" y="0"/>
                </a:lnTo>
                <a:lnTo>
                  <a:pt x="6199584" y="5923655"/>
                </a:lnTo>
                <a:lnTo>
                  <a:pt x="0" y="59236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8" r="0" t="-13"/>
            </a:stretch>
          </a:blipFill>
          <a:ln>
            <a:noFill/>
          </a:ln>
        </p:spPr>
      </p:sp>
      <p:sp>
        <p:nvSpPr>
          <p:cNvPr id="113" name="Google Shape;113;p3"/>
          <p:cNvSpPr/>
          <p:nvPr/>
        </p:nvSpPr>
        <p:spPr>
          <a:xfrm>
            <a:off x="39" y="7355367"/>
            <a:ext cx="3096769" cy="2931668"/>
          </a:xfrm>
          <a:custGeom>
            <a:rect b="b" l="l" r="r" t="t"/>
            <a:pathLst>
              <a:path extrusionOk="0" h="2931668" w="3096767">
                <a:moveTo>
                  <a:pt x="486156" y="0"/>
                </a:moveTo>
                <a:cubicBezTo>
                  <a:pt x="480060" y="0"/>
                  <a:pt x="473837" y="127"/>
                  <a:pt x="467487" y="508"/>
                </a:cubicBezTo>
                <a:lnTo>
                  <a:pt x="467487" y="508"/>
                </a:lnTo>
                <a:cubicBezTo>
                  <a:pt x="327914" y="8001"/>
                  <a:pt x="203581" y="85090"/>
                  <a:pt x="99949" y="168910"/>
                </a:cubicBezTo>
                <a:cubicBezTo>
                  <a:pt x="65405" y="196723"/>
                  <a:pt x="32131" y="225806"/>
                  <a:pt x="0" y="256032"/>
                </a:cubicBezTo>
                <a:lnTo>
                  <a:pt x="0" y="256032"/>
                </a:lnTo>
                <a:lnTo>
                  <a:pt x="0" y="321183"/>
                </a:lnTo>
                <a:lnTo>
                  <a:pt x="0" y="321183"/>
                </a:lnTo>
                <a:cubicBezTo>
                  <a:pt x="41275" y="280670"/>
                  <a:pt x="84455" y="241935"/>
                  <a:pt x="129540" y="205486"/>
                </a:cubicBezTo>
                <a:lnTo>
                  <a:pt x="129540" y="205486"/>
                </a:lnTo>
                <a:lnTo>
                  <a:pt x="129540" y="205486"/>
                </a:lnTo>
                <a:cubicBezTo>
                  <a:pt x="231140" y="123317"/>
                  <a:pt x="345694" y="54102"/>
                  <a:pt x="470154" y="47498"/>
                </a:cubicBezTo>
                <a:lnTo>
                  <a:pt x="470154" y="47498"/>
                </a:lnTo>
                <a:lnTo>
                  <a:pt x="470154" y="47498"/>
                </a:lnTo>
                <a:cubicBezTo>
                  <a:pt x="475361" y="47244"/>
                  <a:pt x="480568" y="47117"/>
                  <a:pt x="485648" y="47117"/>
                </a:cubicBezTo>
                <a:cubicBezTo>
                  <a:pt x="681228" y="47117"/>
                  <a:pt x="817753" y="248412"/>
                  <a:pt x="836930" y="439420"/>
                </a:cubicBezTo>
                <a:lnTo>
                  <a:pt x="836930" y="439420"/>
                </a:lnTo>
                <a:lnTo>
                  <a:pt x="836930" y="439420"/>
                </a:lnTo>
                <a:cubicBezTo>
                  <a:pt x="850265" y="571500"/>
                  <a:pt x="823468" y="702945"/>
                  <a:pt x="786892" y="836041"/>
                </a:cubicBezTo>
                <a:cubicBezTo>
                  <a:pt x="776732" y="873252"/>
                  <a:pt x="765810" y="910336"/>
                  <a:pt x="754888" y="947674"/>
                </a:cubicBezTo>
                <a:cubicBezTo>
                  <a:pt x="743966" y="984758"/>
                  <a:pt x="733044" y="1021969"/>
                  <a:pt x="722884" y="1059180"/>
                </a:cubicBezTo>
                <a:cubicBezTo>
                  <a:pt x="665988" y="1266571"/>
                  <a:pt x="632333" y="1508887"/>
                  <a:pt x="745617" y="1702562"/>
                </a:cubicBezTo>
                <a:lnTo>
                  <a:pt x="745617" y="1702562"/>
                </a:lnTo>
                <a:cubicBezTo>
                  <a:pt x="880237" y="1933067"/>
                  <a:pt x="1172464" y="2010537"/>
                  <a:pt x="1429639" y="2010537"/>
                </a:cubicBezTo>
                <a:cubicBezTo>
                  <a:pt x="1433322" y="2010537"/>
                  <a:pt x="1437005" y="2010537"/>
                  <a:pt x="1440688" y="2010537"/>
                </a:cubicBezTo>
                <a:cubicBezTo>
                  <a:pt x="1535811" y="2009775"/>
                  <a:pt x="1630934" y="2001266"/>
                  <a:pt x="1724787" y="1992884"/>
                </a:cubicBezTo>
                <a:cubicBezTo>
                  <a:pt x="1823847" y="1983994"/>
                  <a:pt x="1921510" y="1975358"/>
                  <a:pt x="2018284" y="1975358"/>
                </a:cubicBezTo>
                <a:cubicBezTo>
                  <a:pt x="2081657" y="1975358"/>
                  <a:pt x="2144649" y="1979041"/>
                  <a:pt x="2207133" y="1988947"/>
                </a:cubicBezTo>
                <a:lnTo>
                  <a:pt x="2207133" y="1988947"/>
                </a:lnTo>
                <a:lnTo>
                  <a:pt x="2207133" y="1988947"/>
                </a:lnTo>
                <a:cubicBezTo>
                  <a:pt x="2227834" y="1992249"/>
                  <a:pt x="2248534" y="1996186"/>
                  <a:pt x="2269109" y="2001012"/>
                </a:cubicBezTo>
                <a:cubicBezTo>
                  <a:pt x="2685542" y="2098167"/>
                  <a:pt x="3049142" y="2501138"/>
                  <a:pt x="3026664" y="2931668"/>
                </a:cubicBezTo>
                <a:lnTo>
                  <a:pt x="3073780" y="2931668"/>
                </a:lnTo>
                <a:cubicBezTo>
                  <a:pt x="3096767" y="2474849"/>
                  <a:pt x="2711958" y="2056003"/>
                  <a:pt x="2279777" y="1955165"/>
                </a:cubicBezTo>
                <a:cubicBezTo>
                  <a:pt x="2258187" y="1950085"/>
                  <a:pt x="2236343" y="1945894"/>
                  <a:pt x="2214499" y="1942465"/>
                </a:cubicBezTo>
                <a:lnTo>
                  <a:pt x="2214499" y="1942465"/>
                </a:lnTo>
                <a:cubicBezTo>
                  <a:pt x="2149094" y="1932178"/>
                  <a:pt x="2083562" y="1928368"/>
                  <a:pt x="2018030" y="1928368"/>
                </a:cubicBezTo>
                <a:cubicBezTo>
                  <a:pt x="1918462" y="1928368"/>
                  <a:pt x="1818893" y="1937258"/>
                  <a:pt x="1720596" y="1946021"/>
                </a:cubicBezTo>
                <a:cubicBezTo>
                  <a:pt x="1626362" y="1954403"/>
                  <a:pt x="1533144" y="1962785"/>
                  <a:pt x="1440306" y="1963547"/>
                </a:cubicBezTo>
                <a:lnTo>
                  <a:pt x="1440306" y="1963547"/>
                </a:lnTo>
                <a:lnTo>
                  <a:pt x="1440306" y="1963547"/>
                </a:lnTo>
                <a:cubicBezTo>
                  <a:pt x="1436750" y="1963547"/>
                  <a:pt x="1433195" y="1963547"/>
                  <a:pt x="1429639" y="1963547"/>
                </a:cubicBezTo>
                <a:cubicBezTo>
                  <a:pt x="1177671" y="1963547"/>
                  <a:pt x="907922" y="1887093"/>
                  <a:pt x="786256" y="1678813"/>
                </a:cubicBezTo>
                <a:lnTo>
                  <a:pt x="786256" y="1678813"/>
                </a:lnTo>
                <a:lnTo>
                  <a:pt x="786256" y="1678813"/>
                </a:lnTo>
                <a:cubicBezTo>
                  <a:pt x="683386" y="1503045"/>
                  <a:pt x="711708" y="1277747"/>
                  <a:pt x="768222" y="1071626"/>
                </a:cubicBezTo>
                <a:cubicBezTo>
                  <a:pt x="778255" y="1034923"/>
                  <a:pt x="789050" y="998093"/>
                  <a:pt x="799972" y="960882"/>
                </a:cubicBezTo>
                <a:cubicBezTo>
                  <a:pt x="810895" y="923671"/>
                  <a:pt x="821943" y="886079"/>
                  <a:pt x="832230" y="848360"/>
                </a:cubicBezTo>
                <a:cubicBezTo>
                  <a:pt x="869060" y="713994"/>
                  <a:pt x="897889" y="575564"/>
                  <a:pt x="883665" y="434594"/>
                </a:cubicBezTo>
                <a:lnTo>
                  <a:pt x="883665" y="434594"/>
                </a:lnTo>
                <a:cubicBezTo>
                  <a:pt x="863473" y="233680"/>
                  <a:pt x="716915" y="0"/>
                  <a:pt x="486156" y="0"/>
                </a:cubicBezTo>
                <a:close/>
              </a:path>
            </a:pathLst>
          </a:custGeom>
          <a:solidFill>
            <a:srgbClr val="D0B8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4" name="Google Shape;114;p3"/>
          <p:cNvGrpSpPr/>
          <p:nvPr/>
        </p:nvGrpSpPr>
        <p:grpSpPr>
          <a:xfrm>
            <a:off x="552618" y="504822"/>
            <a:ext cx="1028443" cy="1047747"/>
            <a:chOff x="63500" y="63500"/>
            <a:chExt cx="1028446" cy="1047750"/>
          </a:xfrm>
        </p:grpSpPr>
        <p:sp>
          <p:nvSpPr>
            <p:cNvPr id="115" name="Google Shape;115;p3"/>
            <p:cNvSpPr/>
            <p:nvPr/>
          </p:nvSpPr>
          <p:spPr>
            <a:xfrm>
              <a:off x="63500" y="188595"/>
              <a:ext cx="946150" cy="922655"/>
            </a:xfrm>
            <a:custGeom>
              <a:rect b="b" l="l" r="r" t="t"/>
              <a:pathLst>
                <a:path extrusionOk="0" h="922655" w="946150">
                  <a:moveTo>
                    <a:pt x="473075" y="0"/>
                  </a:moveTo>
                  <a:cubicBezTo>
                    <a:pt x="423418" y="373507"/>
                    <a:pt x="383032" y="412750"/>
                    <a:pt x="0" y="461391"/>
                  </a:cubicBezTo>
                  <a:cubicBezTo>
                    <a:pt x="383032" y="509905"/>
                    <a:pt x="423418" y="549148"/>
                    <a:pt x="473075" y="922655"/>
                  </a:cubicBezTo>
                  <a:lnTo>
                    <a:pt x="473075" y="922655"/>
                  </a:lnTo>
                  <a:cubicBezTo>
                    <a:pt x="522859" y="549148"/>
                    <a:pt x="563245" y="509905"/>
                    <a:pt x="946150" y="461391"/>
                  </a:cubicBezTo>
                  <a:cubicBezTo>
                    <a:pt x="563118" y="412877"/>
                    <a:pt x="522732" y="373507"/>
                    <a:pt x="473075" y="0"/>
                  </a:cubicBezTo>
                  <a:close/>
                </a:path>
              </a:pathLst>
            </a:custGeom>
            <a:solidFill>
              <a:srgbClr val="B583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670052" y="63500"/>
              <a:ext cx="421894" cy="400050"/>
            </a:xfrm>
            <a:custGeom>
              <a:rect b="b" l="l" r="r" t="t"/>
              <a:pathLst>
                <a:path extrusionOk="0" h="400050" w="421894">
                  <a:moveTo>
                    <a:pt x="421894" y="200025"/>
                  </a:moveTo>
                  <a:cubicBezTo>
                    <a:pt x="235585" y="212979"/>
                    <a:pt x="224536" y="223520"/>
                    <a:pt x="210947" y="400050"/>
                  </a:cubicBezTo>
                  <a:cubicBezTo>
                    <a:pt x="197231" y="223520"/>
                    <a:pt x="186182" y="212979"/>
                    <a:pt x="0" y="200025"/>
                  </a:cubicBezTo>
                  <a:cubicBezTo>
                    <a:pt x="186182" y="187071"/>
                    <a:pt x="197231" y="176530"/>
                    <a:pt x="210947" y="0"/>
                  </a:cubicBezTo>
                  <a:cubicBezTo>
                    <a:pt x="224663" y="176530"/>
                    <a:pt x="235712" y="187071"/>
                    <a:pt x="421894" y="200025"/>
                  </a:cubicBezTo>
                  <a:close/>
                </a:path>
              </a:pathLst>
            </a:custGeom>
            <a:solidFill>
              <a:srgbClr val="B583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" name="Google Shape;117;p3"/>
          <p:cNvGrpSpPr/>
          <p:nvPr/>
        </p:nvGrpSpPr>
        <p:grpSpPr>
          <a:xfrm>
            <a:off x="16745099" y="8734422"/>
            <a:ext cx="1028325" cy="1047747"/>
            <a:chOff x="63500" y="63500"/>
            <a:chExt cx="1028319" cy="1047750"/>
          </a:xfrm>
        </p:grpSpPr>
        <p:sp>
          <p:nvSpPr>
            <p:cNvPr id="118" name="Google Shape;118;p3"/>
            <p:cNvSpPr/>
            <p:nvPr/>
          </p:nvSpPr>
          <p:spPr>
            <a:xfrm>
              <a:off x="145669" y="188595"/>
              <a:ext cx="946150" cy="922655"/>
            </a:xfrm>
            <a:custGeom>
              <a:rect b="b" l="l" r="r" t="t"/>
              <a:pathLst>
                <a:path extrusionOk="0" h="922655" w="946150">
                  <a:moveTo>
                    <a:pt x="473075" y="0"/>
                  </a:moveTo>
                  <a:cubicBezTo>
                    <a:pt x="423291" y="373507"/>
                    <a:pt x="382905" y="412877"/>
                    <a:pt x="0" y="461391"/>
                  </a:cubicBezTo>
                  <a:cubicBezTo>
                    <a:pt x="383032" y="509905"/>
                    <a:pt x="423418" y="549148"/>
                    <a:pt x="473075" y="922655"/>
                  </a:cubicBezTo>
                  <a:lnTo>
                    <a:pt x="473075" y="922655"/>
                  </a:lnTo>
                  <a:cubicBezTo>
                    <a:pt x="522859" y="549148"/>
                    <a:pt x="563245" y="509905"/>
                    <a:pt x="946150" y="461391"/>
                  </a:cubicBezTo>
                  <a:cubicBezTo>
                    <a:pt x="563118" y="412877"/>
                    <a:pt x="522732" y="373507"/>
                    <a:pt x="473075" y="0"/>
                  </a:cubicBezTo>
                  <a:close/>
                </a:path>
              </a:pathLst>
            </a:custGeom>
            <a:solidFill>
              <a:srgbClr val="B583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63500" y="63500"/>
              <a:ext cx="421894" cy="400050"/>
            </a:xfrm>
            <a:custGeom>
              <a:rect b="b" l="l" r="r" t="t"/>
              <a:pathLst>
                <a:path extrusionOk="0" h="400050" w="421894">
                  <a:moveTo>
                    <a:pt x="0" y="200025"/>
                  </a:moveTo>
                  <a:cubicBezTo>
                    <a:pt x="186182" y="212979"/>
                    <a:pt x="197358" y="223520"/>
                    <a:pt x="210947" y="400050"/>
                  </a:cubicBezTo>
                  <a:cubicBezTo>
                    <a:pt x="224663" y="223520"/>
                    <a:pt x="235712" y="212979"/>
                    <a:pt x="421894" y="200025"/>
                  </a:cubicBezTo>
                  <a:cubicBezTo>
                    <a:pt x="235712" y="187071"/>
                    <a:pt x="224663" y="176530"/>
                    <a:pt x="210947" y="0"/>
                  </a:cubicBezTo>
                  <a:cubicBezTo>
                    <a:pt x="197358" y="176530"/>
                    <a:pt x="186182" y="187071"/>
                    <a:pt x="0" y="200025"/>
                  </a:cubicBezTo>
                  <a:close/>
                </a:path>
              </a:pathLst>
            </a:custGeom>
            <a:solidFill>
              <a:srgbClr val="B583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3"/>
          <p:cNvSpPr/>
          <p:nvPr/>
        </p:nvSpPr>
        <p:spPr>
          <a:xfrm>
            <a:off x="2119208" y="2388899"/>
            <a:ext cx="13201650" cy="6743700"/>
          </a:xfrm>
          <a:custGeom>
            <a:rect b="b" l="l" r="r" t="t"/>
            <a:pathLst>
              <a:path extrusionOk="0" h="6743700" w="13201650">
                <a:moveTo>
                  <a:pt x="0" y="0"/>
                </a:moveTo>
                <a:lnTo>
                  <a:pt x="13201650" y="0"/>
                </a:lnTo>
                <a:lnTo>
                  <a:pt x="13201650" y="6743700"/>
                </a:lnTo>
                <a:lnTo>
                  <a:pt x="0" y="6743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864" t="0"/>
            </a:stretch>
          </a:blipFill>
          <a:ln>
            <a:noFill/>
          </a:ln>
        </p:spPr>
      </p:sp>
      <p:sp>
        <p:nvSpPr>
          <p:cNvPr id="121" name="Google Shape;121;p3"/>
          <p:cNvSpPr/>
          <p:nvPr/>
        </p:nvSpPr>
        <p:spPr>
          <a:xfrm>
            <a:off x="0" y="6977844"/>
            <a:ext cx="3503415" cy="3309118"/>
          </a:xfrm>
          <a:custGeom>
            <a:rect b="b" l="l" r="r" t="t"/>
            <a:pathLst>
              <a:path extrusionOk="0" h="3309112" w="3503422">
                <a:moveTo>
                  <a:pt x="0" y="0"/>
                </a:moveTo>
                <a:lnTo>
                  <a:pt x="0" y="3309112"/>
                </a:lnTo>
                <a:lnTo>
                  <a:pt x="3503422" y="3309112"/>
                </a:lnTo>
                <a:lnTo>
                  <a:pt x="3503422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22" name="Google Shape;122;p3"/>
          <p:cNvSpPr/>
          <p:nvPr/>
        </p:nvSpPr>
        <p:spPr>
          <a:xfrm>
            <a:off x="552507" y="504825"/>
            <a:ext cx="1028700" cy="1047750"/>
          </a:xfrm>
          <a:custGeom>
            <a:rect b="b" l="l" r="r" t="t"/>
            <a:pathLst>
              <a:path extrusionOk="0" h="1047750" w="1028700">
                <a:moveTo>
                  <a:pt x="0" y="1047750"/>
                </a:moveTo>
                <a:lnTo>
                  <a:pt x="1028700" y="1047750"/>
                </a:lnTo>
                <a:lnTo>
                  <a:pt x="10287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23" name="Google Shape;123;p3"/>
          <p:cNvSpPr/>
          <p:nvPr/>
        </p:nvSpPr>
        <p:spPr>
          <a:xfrm>
            <a:off x="16744950" y="8734425"/>
            <a:ext cx="1028700" cy="1047750"/>
          </a:xfrm>
          <a:custGeom>
            <a:rect b="b" l="l" r="r" t="t"/>
            <a:pathLst>
              <a:path extrusionOk="0" h="1047750" w="1028700">
                <a:moveTo>
                  <a:pt x="0" y="1047750"/>
                </a:moveTo>
                <a:lnTo>
                  <a:pt x="1028700" y="1047750"/>
                </a:lnTo>
                <a:lnTo>
                  <a:pt x="10287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24" name="Google Shape;124;p3"/>
          <p:cNvSpPr txBox="1"/>
          <p:nvPr/>
        </p:nvSpPr>
        <p:spPr>
          <a:xfrm>
            <a:off x="2119208" y="604771"/>
            <a:ext cx="7759217" cy="164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99" u="none" cap="none" strike="noStrike">
                <a:solidFill>
                  <a:srgbClr val="90606B"/>
                </a:solidFill>
                <a:latin typeface="Arial"/>
                <a:ea typeface="Arial"/>
                <a:cs typeface="Arial"/>
                <a:sym typeface="Arial"/>
              </a:rPr>
              <a:t>Elbow method: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1E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/>
          <p:nvPr/>
        </p:nvSpPr>
        <p:spPr>
          <a:xfrm rot="10800000">
            <a:off x="12087206" y="895"/>
            <a:ext cx="6199584" cy="5923655"/>
          </a:xfrm>
          <a:custGeom>
            <a:rect b="b" l="l" r="r" t="t"/>
            <a:pathLst>
              <a:path extrusionOk="0" h="5923655" w="6199584">
                <a:moveTo>
                  <a:pt x="0" y="0"/>
                </a:moveTo>
                <a:lnTo>
                  <a:pt x="6199584" y="0"/>
                </a:lnTo>
                <a:lnTo>
                  <a:pt x="6199584" y="5923655"/>
                </a:lnTo>
                <a:lnTo>
                  <a:pt x="0" y="59236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8" r="0" t="-13"/>
            </a:stretch>
          </a:blipFill>
          <a:ln>
            <a:noFill/>
          </a:ln>
        </p:spPr>
      </p:sp>
      <p:sp>
        <p:nvSpPr>
          <p:cNvPr id="130" name="Google Shape;130;p4"/>
          <p:cNvSpPr/>
          <p:nvPr/>
        </p:nvSpPr>
        <p:spPr>
          <a:xfrm>
            <a:off x="39" y="7355367"/>
            <a:ext cx="3096769" cy="2931668"/>
          </a:xfrm>
          <a:custGeom>
            <a:rect b="b" l="l" r="r" t="t"/>
            <a:pathLst>
              <a:path extrusionOk="0" h="2931668" w="3096767">
                <a:moveTo>
                  <a:pt x="486156" y="0"/>
                </a:moveTo>
                <a:cubicBezTo>
                  <a:pt x="480060" y="0"/>
                  <a:pt x="473837" y="127"/>
                  <a:pt x="467487" y="508"/>
                </a:cubicBezTo>
                <a:lnTo>
                  <a:pt x="467487" y="508"/>
                </a:lnTo>
                <a:cubicBezTo>
                  <a:pt x="327914" y="8001"/>
                  <a:pt x="203581" y="85090"/>
                  <a:pt x="99949" y="168910"/>
                </a:cubicBezTo>
                <a:cubicBezTo>
                  <a:pt x="65405" y="196723"/>
                  <a:pt x="32131" y="225806"/>
                  <a:pt x="0" y="256032"/>
                </a:cubicBezTo>
                <a:lnTo>
                  <a:pt x="0" y="256032"/>
                </a:lnTo>
                <a:lnTo>
                  <a:pt x="0" y="321183"/>
                </a:lnTo>
                <a:lnTo>
                  <a:pt x="0" y="321183"/>
                </a:lnTo>
                <a:cubicBezTo>
                  <a:pt x="41275" y="280670"/>
                  <a:pt x="84455" y="241935"/>
                  <a:pt x="129540" y="205486"/>
                </a:cubicBezTo>
                <a:lnTo>
                  <a:pt x="129540" y="205486"/>
                </a:lnTo>
                <a:lnTo>
                  <a:pt x="129540" y="205486"/>
                </a:lnTo>
                <a:cubicBezTo>
                  <a:pt x="231140" y="123317"/>
                  <a:pt x="345694" y="54102"/>
                  <a:pt x="470154" y="47498"/>
                </a:cubicBezTo>
                <a:lnTo>
                  <a:pt x="470154" y="47498"/>
                </a:lnTo>
                <a:lnTo>
                  <a:pt x="470154" y="47498"/>
                </a:lnTo>
                <a:cubicBezTo>
                  <a:pt x="475361" y="47244"/>
                  <a:pt x="480568" y="47117"/>
                  <a:pt x="485648" y="47117"/>
                </a:cubicBezTo>
                <a:cubicBezTo>
                  <a:pt x="681228" y="47117"/>
                  <a:pt x="817753" y="248412"/>
                  <a:pt x="836930" y="439420"/>
                </a:cubicBezTo>
                <a:lnTo>
                  <a:pt x="836930" y="439420"/>
                </a:lnTo>
                <a:lnTo>
                  <a:pt x="836930" y="439420"/>
                </a:lnTo>
                <a:cubicBezTo>
                  <a:pt x="850265" y="571500"/>
                  <a:pt x="823468" y="702945"/>
                  <a:pt x="786892" y="836041"/>
                </a:cubicBezTo>
                <a:cubicBezTo>
                  <a:pt x="776732" y="873252"/>
                  <a:pt x="765810" y="910336"/>
                  <a:pt x="754888" y="947674"/>
                </a:cubicBezTo>
                <a:cubicBezTo>
                  <a:pt x="743966" y="984758"/>
                  <a:pt x="733044" y="1021969"/>
                  <a:pt x="722884" y="1059180"/>
                </a:cubicBezTo>
                <a:cubicBezTo>
                  <a:pt x="665988" y="1266571"/>
                  <a:pt x="632333" y="1508887"/>
                  <a:pt x="745617" y="1702562"/>
                </a:cubicBezTo>
                <a:lnTo>
                  <a:pt x="745617" y="1702562"/>
                </a:lnTo>
                <a:cubicBezTo>
                  <a:pt x="880237" y="1933067"/>
                  <a:pt x="1172464" y="2010537"/>
                  <a:pt x="1429639" y="2010537"/>
                </a:cubicBezTo>
                <a:cubicBezTo>
                  <a:pt x="1433322" y="2010537"/>
                  <a:pt x="1437005" y="2010537"/>
                  <a:pt x="1440688" y="2010537"/>
                </a:cubicBezTo>
                <a:cubicBezTo>
                  <a:pt x="1535811" y="2009775"/>
                  <a:pt x="1630934" y="2001266"/>
                  <a:pt x="1724787" y="1992884"/>
                </a:cubicBezTo>
                <a:cubicBezTo>
                  <a:pt x="1823847" y="1983994"/>
                  <a:pt x="1921510" y="1975358"/>
                  <a:pt x="2018284" y="1975358"/>
                </a:cubicBezTo>
                <a:cubicBezTo>
                  <a:pt x="2081657" y="1975358"/>
                  <a:pt x="2144649" y="1979041"/>
                  <a:pt x="2207133" y="1988947"/>
                </a:cubicBezTo>
                <a:lnTo>
                  <a:pt x="2207133" y="1988947"/>
                </a:lnTo>
                <a:lnTo>
                  <a:pt x="2207133" y="1988947"/>
                </a:lnTo>
                <a:cubicBezTo>
                  <a:pt x="2227834" y="1992249"/>
                  <a:pt x="2248534" y="1996186"/>
                  <a:pt x="2269109" y="2001012"/>
                </a:cubicBezTo>
                <a:cubicBezTo>
                  <a:pt x="2685542" y="2098167"/>
                  <a:pt x="3049142" y="2501138"/>
                  <a:pt x="3026664" y="2931668"/>
                </a:cubicBezTo>
                <a:lnTo>
                  <a:pt x="3073780" y="2931668"/>
                </a:lnTo>
                <a:cubicBezTo>
                  <a:pt x="3096767" y="2474849"/>
                  <a:pt x="2711958" y="2056003"/>
                  <a:pt x="2279777" y="1955165"/>
                </a:cubicBezTo>
                <a:cubicBezTo>
                  <a:pt x="2258187" y="1950085"/>
                  <a:pt x="2236343" y="1945894"/>
                  <a:pt x="2214499" y="1942465"/>
                </a:cubicBezTo>
                <a:lnTo>
                  <a:pt x="2214499" y="1942465"/>
                </a:lnTo>
                <a:cubicBezTo>
                  <a:pt x="2149094" y="1932178"/>
                  <a:pt x="2083562" y="1928368"/>
                  <a:pt x="2018030" y="1928368"/>
                </a:cubicBezTo>
                <a:cubicBezTo>
                  <a:pt x="1918462" y="1928368"/>
                  <a:pt x="1818893" y="1937258"/>
                  <a:pt x="1720596" y="1946021"/>
                </a:cubicBezTo>
                <a:cubicBezTo>
                  <a:pt x="1626362" y="1954403"/>
                  <a:pt x="1533144" y="1962785"/>
                  <a:pt x="1440306" y="1963547"/>
                </a:cubicBezTo>
                <a:lnTo>
                  <a:pt x="1440306" y="1963547"/>
                </a:lnTo>
                <a:lnTo>
                  <a:pt x="1440306" y="1963547"/>
                </a:lnTo>
                <a:cubicBezTo>
                  <a:pt x="1436750" y="1963547"/>
                  <a:pt x="1433195" y="1963547"/>
                  <a:pt x="1429639" y="1963547"/>
                </a:cubicBezTo>
                <a:cubicBezTo>
                  <a:pt x="1177671" y="1963547"/>
                  <a:pt x="907922" y="1887093"/>
                  <a:pt x="786256" y="1678813"/>
                </a:cubicBezTo>
                <a:lnTo>
                  <a:pt x="786256" y="1678813"/>
                </a:lnTo>
                <a:lnTo>
                  <a:pt x="786256" y="1678813"/>
                </a:lnTo>
                <a:cubicBezTo>
                  <a:pt x="683386" y="1503045"/>
                  <a:pt x="711708" y="1277747"/>
                  <a:pt x="768222" y="1071626"/>
                </a:cubicBezTo>
                <a:cubicBezTo>
                  <a:pt x="778255" y="1034923"/>
                  <a:pt x="789050" y="998093"/>
                  <a:pt x="799972" y="960882"/>
                </a:cubicBezTo>
                <a:cubicBezTo>
                  <a:pt x="810895" y="923671"/>
                  <a:pt x="821943" y="886079"/>
                  <a:pt x="832230" y="848360"/>
                </a:cubicBezTo>
                <a:cubicBezTo>
                  <a:pt x="869060" y="713994"/>
                  <a:pt x="897889" y="575564"/>
                  <a:pt x="883665" y="434594"/>
                </a:cubicBezTo>
                <a:lnTo>
                  <a:pt x="883665" y="434594"/>
                </a:lnTo>
                <a:cubicBezTo>
                  <a:pt x="863473" y="233680"/>
                  <a:pt x="716915" y="0"/>
                  <a:pt x="486156" y="0"/>
                </a:cubicBezTo>
                <a:close/>
              </a:path>
            </a:pathLst>
          </a:custGeom>
          <a:solidFill>
            <a:srgbClr val="D0B8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1" name="Google Shape;131;p4"/>
          <p:cNvGrpSpPr/>
          <p:nvPr/>
        </p:nvGrpSpPr>
        <p:grpSpPr>
          <a:xfrm>
            <a:off x="552618" y="504822"/>
            <a:ext cx="1028443" cy="1047747"/>
            <a:chOff x="63500" y="63500"/>
            <a:chExt cx="1028446" cy="1047750"/>
          </a:xfrm>
        </p:grpSpPr>
        <p:sp>
          <p:nvSpPr>
            <p:cNvPr id="132" name="Google Shape;132;p4"/>
            <p:cNvSpPr/>
            <p:nvPr/>
          </p:nvSpPr>
          <p:spPr>
            <a:xfrm>
              <a:off x="63500" y="188595"/>
              <a:ext cx="946150" cy="922655"/>
            </a:xfrm>
            <a:custGeom>
              <a:rect b="b" l="l" r="r" t="t"/>
              <a:pathLst>
                <a:path extrusionOk="0" h="922655" w="946150">
                  <a:moveTo>
                    <a:pt x="473075" y="0"/>
                  </a:moveTo>
                  <a:cubicBezTo>
                    <a:pt x="423418" y="373507"/>
                    <a:pt x="383032" y="412750"/>
                    <a:pt x="0" y="461391"/>
                  </a:cubicBezTo>
                  <a:cubicBezTo>
                    <a:pt x="383032" y="509905"/>
                    <a:pt x="423418" y="549148"/>
                    <a:pt x="473075" y="922655"/>
                  </a:cubicBezTo>
                  <a:lnTo>
                    <a:pt x="473075" y="922655"/>
                  </a:lnTo>
                  <a:cubicBezTo>
                    <a:pt x="522859" y="549148"/>
                    <a:pt x="563245" y="509905"/>
                    <a:pt x="946150" y="461391"/>
                  </a:cubicBezTo>
                  <a:cubicBezTo>
                    <a:pt x="563118" y="412877"/>
                    <a:pt x="522732" y="373507"/>
                    <a:pt x="473075" y="0"/>
                  </a:cubicBezTo>
                  <a:close/>
                </a:path>
              </a:pathLst>
            </a:custGeom>
            <a:solidFill>
              <a:srgbClr val="B583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670052" y="63500"/>
              <a:ext cx="421894" cy="400050"/>
            </a:xfrm>
            <a:custGeom>
              <a:rect b="b" l="l" r="r" t="t"/>
              <a:pathLst>
                <a:path extrusionOk="0" h="400050" w="421894">
                  <a:moveTo>
                    <a:pt x="421894" y="200025"/>
                  </a:moveTo>
                  <a:cubicBezTo>
                    <a:pt x="235585" y="212979"/>
                    <a:pt x="224536" y="223520"/>
                    <a:pt x="210947" y="400050"/>
                  </a:cubicBezTo>
                  <a:cubicBezTo>
                    <a:pt x="197231" y="223520"/>
                    <a:pt x="186182" y="212979"/>
                    <a:pt x="0" y="200025"/>
                  </a:cubicBezTo>
                  <a:cubicBezTo>
                    <a:pt x="186182" y="187071"/>
                    <a:pt x="197231" y="176530"/>
                    <a:pt x="210947" y="0"/>
                  </a:cubicBezTo>
                  <a:cubicBezTo>
                    <a:pt x="224663" y="176530"/>
                    <a:pt x="235712" y="187071"/>
                    <a:pt x="421894" y="200025"/>
                  </a:cubicBezTo>
                  <a:close/>
                </a:path>
              </a:pathLst>
            </a:custGeom>
            <a:solidFill>
              <a:srgbClr val="B583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" name="Google Shape;134;p4"/>
          <p:cNvGrpSpPr/>
          <p:nvPr/>
        </p:nvGrpSpPr>
        <p:grpSpPr>
          <a:xfrm>
            <a:off x="16745099" y="8734422"/>
            <a:ext cx="1028325" cy="1047747"/>
            <a:chOff x="63500" y="63500"/>
            <a:chExt cx="1028319" cy="1047750"/>
          </a:xfrm>
        </p:grpSpPr>
        <p:sp>
          <p:nvSpPr>
            <p:cNvPr id="135" name="Google Shape;135;p4"/>
            <p:cNvSpPr/>
            <p:nvPr/>
          </p:nvSpPr>
          <p:spPr>
            <a:xfrm>
              <a:off x="145669" y="188595"/>
              <a:ext cx="946150" cy="922655"/>
            </a:xfrm>
            <a:custGeom>
              <a:rect b="b" l="l" r="r" t="t"/>
              <a:pathLst>
                <a:path extrusionOk="0" h="922655" w="946150">
                  <a:moveTo>
                    <a:pt x="473075" y="0"/>
                  </a:moveTo>
                  <a:cubicBezTo>
                    <a:pt x="423291" y="373507"/>
                    <a:pt x="382905" y="412877"/>
                    <a:pt x="0" y="461391"/>
                  </a:cubicBezTo>
                  <a:cubicBezTo>
                    <a:pt x="383032" y="509905"/>
                    <a:pt x="423418" y="549148"/>
                    <a:pt x="473075" y="922655"/>
                  </a:cubicBezTo>
                  <a:lnTo>
                    <a:pt x="473075" y="922655"/>
                  </a:lnTo>
                  <a:cubicBezTo>
                    <a:pt x="522859" y="549148"/>
                    <a:pt x="563245" y="509905"/>
                    <a:pt x="946150" y="461391"/>
                  </a:cubicBezTo>
                  <a:cubicBezTo>
                    <a:pt x="563118" y="412877"/>
                    <a:pt x="522732" y="373507"/>
                    <a:pt x="473075" y="0"/>
                  </a:cubicBezTo>
                  <a:close/>
                </a:path>
              </a:pathLst>
            </a:custGeom>
            <a:solidFill>
              <a:srgbClr val="B583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63500" y="63500"/>
              <a:ext cx="421894" cy="400050"/>
            </a:xfrm>
            <a:custGeom>
              <a:rect b="b" l="l" r="r" t="t"/>
              <a:pathLst>
                <a:path extrusionOk="0" h="400050" w="421894">
                  <a:moveTo>
                    <a:pt x="0" y="200025"/>
                  </a:moveTo>
                  <a:cubicBezTo>
                    <a:pt x="186182" y="212979"/>
                    <a:pt x="197358" y="223520"/>
                    <a:pt x="210947" y="400050"/>
                  </a:cubicBezTo>
                  <a:cubicBezTo>
                    <a:pt x="224663" y="223520"/>
                    <a:pt x="235712" y="212979"/>
                    <a:pt x="421894" y="200025"/>
                  </a:cubicBezTo>
                  <a:cubicBezTo>
                    <a:pt x="235712" y="187071"/>
                    <a:pt x="224663" y="176530"/>
                    <a:pt x="210947" y="0"/>
                  </a:cubicBezTo>
                  <a:cubicBezTo>
                    <a:pt x="197358" y="176530"/>
                    <a:pt x="186182" y="187071"/>
                    <a:pt x="0" y="200025"/>
                  </a:cubicBezTo>
                  <a:close/>
                </a:path>
              </a:pathLst>
            </a:custGeom>
            <a:solidFill>
              <a:srgbClr val="B583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" name="Google Shape;137;p4"/>
          <p:cNvSpPr/>
          <p:nvPr/>
        </p:nvSpPr>
        <p:spPr>
          <a:xfrm>
            <a:off x="0" y="6977844"/>
            <a:ext cx="3503415" cy="3309118"/>
          </a:xfrm>
          <a:custGeom>
            <a:rect b="b" l="l" r="r" t="t"/>
            <a:pathLst>
              <a:path extrusionOk="0" h="3309112" w="3503422">
                <a:moveTo>
                  <a:pt x="0" y="0"/>
                </a:moveTo>
                <a:lnTo>
                  <a:pt x="0" y="3309112"/>
                </a:lnTo>
                <a:lnTo>
                  <a:pt x="3503422" y="3309112"/>
                </a:lnTo>
                <a:lnTo>
                  <a:pt x="3503422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38" name="Google Shape;138;p4"/>
          <p:cNvSpPr/>
          <p:nvPr/>
        </p:nvSpPr>
        <p:spPr>
          <a:xfrm>
            <a:off x="552507" y="504825"/>
            <a:ext cx="1028700" cy="1047750"/>
          </a:xfrm>
          <a:custGeom>
            <a:rect b="b" l="l" r="r" t="t"/>
            <a:pathLst>
              <a:path extrusionOk="0" h="1047750" w="1028700">
                <a:moveTo>
                  <a:pt x="0" y="1047750"/>
                </a:moveTo>
                <a:lnTo>
                  <a:pt x="1028700" y="1047750"/>
                </a:lnTo>
                <a:lnTo>
                  <a:pt x="10287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39" name="Google Shape;139;p4"/>
          <p:cNvSpPr/>
          <p:nvPr/>
        </p:nvSpPr>
        <p:spPr>
          <a:xfrm>
            <a:off x="16744950" y="8734425"/>
            <a:ext cx="1028700" cy="1047750"/>
          </a:xfrm>
          <a:custGeom>
            <a:rect b="b" l="l" r="r" t="t"/>
            <a:pathLst>
              <a:path extrusionOk="0" h="1047750" w="1028700">
                <a:moveTo>
                  <a:pt x="0" y="1047750"/>
                </a:moveTo>
                <a:lnTo>
                  <a:pt x="1028700" y="1047750"/>
                </a:lnTo>
                <a:lnTo>
                  <a:pt x="10287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40" name="Google Shape;140;p4"/>
          <p:cNvSpPr/>
          <p:nvPr/>
        </p:nvSpPr>
        <p:spPr>
          <a:xfrm>
            <a:off x="2119208" y="2250596"/>
            <a:ext cx="11780553" cy="7350737"/>
          </a:xfrm>
          <a:custGeom>
            <a:rect b="b" l="l" r="r" t="t"/>
            <a:pathLst>
              <a:path extrusionOk="0" h="7350737" w="11780553">
                <a:moveTo>
                  <a:pt x="0" y="0"/>
                </a:moveTo>
                <a:lnTo>
                  <a:pt x="11780552" y="0"/>
                </a:lnTo>
                <a:lnTo>
                  <a:pt x="11780552" y="7350736"/>
                </a:lnTo>
                <a:lnTo>
                  <a:pt x="0" y="735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84" l="-499" r="0" t="-8916"/>
            </a:stretch>
          </a:blipFill>
          <a:ln>
            <a:noFill/>
          </a:ln>
        </p:spPr>
      </p:sp>
      <p:sp>
        <p:nvSpPr>
          <p:cNvPr id="141" name="Google Shape;141;p4"/>
          <p:cNvSpPr txBox="1"/>
          <p:nvPr/>
        </p:nvSpPr>
        <p:spPr>
          <a:xfrm>
            <a:off x="2119208" y="604771"/>
            <a:ext cx="7759217" cy="164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99" u="none" cap="none" strike="noStrike">
                <a:solidFill>
                  <a:srgbClr val="90606B"/>
                </a:solidFill>
                <a:latin typeface="Arial"/>
                <a:ea typeface="Arial"/>
                <a:cs typeface="Arial"/>
                <a:sym typeface="Arial"/>
              </a:rPr>
              <a:t>Elbow method: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